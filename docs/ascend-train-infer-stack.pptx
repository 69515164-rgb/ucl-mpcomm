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训练层次依据昇腾社区 MindSpeed 文档与华为 2025-03 技术文章：MindSpeed 由 Core、LLM、MM、RL 组成。框架为 MindSpore，以及 PyTorch 经 FrameworkPTAdapter（torch_npu）。CANN 组成来自华为 CANN 方案概述：AscendCL、GE、Runtime、DVPP、算子库、HCCL、Driver。软件包 Toolkit、NNAE 覆盖训练，NNRT 仅推理。MindCluster 提供 Volcano、Ascend Operator、ClusterD、Ascend Device Plugin、NodeD、断点续训和 FaultDiag，位于任务调度外侧。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推理层次依据 MindIE LLM 架构说明：Server、LLM Manager、Text Generator、Modeling；Modeling 支持 ACLGraph 和 ATBGraph。加速特性包括 Continuous Batching、PagedAttention、FlashDecoding、SpecDecoding、ChunkPrefill。MindIE Motor 3.1 架构：Coordinator、Controller、NodeManager、EngineServer、Deployer；向下对接 vLLM-Ascend。架构说明写明当前 EngineServer 南向仅支持 vLLM。PD 分离设计中 SGLang 会上报 connector 能力。MindCluster 为 Motor 提供 Kubernetes、PD CRD 和 Operator，训练与推理共用。CANN 软件包 NNRT 仅推理，Toolkit 与 NNAE 覆盖训练和推理。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115214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昇腾软件栈  ·  训练    1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29184"/>
            <a:ext cx="1161288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训练从套件进入框架，再进入 CANN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713232"/>
            <a:ext cx="64008" cy="310896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76656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单步计算走这条调用链。MindCluster 决定任务落在哪些 NPU，不参与单步算子执行。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1152144"/>
            <a:ext cx="1078992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任务套件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1389888" y="1152144"/>
            <a:ext cx="6656832" cy="713232"/>
          </a:xfrm>
          <a:prstGeom prst="rect">
            <a:avLst/>
          </a:prstGeom>
          <a:solidFill>
            <a:srgbClr val="7A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17904" y="120700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MindSpeed LLM / MM / 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1463040"/>
            <a:ext cx="640080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大语言、多模态、强化学习的训练流程。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1929384"/>
            <a:ext cx="1078992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5A6E"/>
                </a:solidFill>
                <a:latin typeface="Microsoft YaHei"/>
                <a:ea typeface="Microsoft YaHei"/>
                <a:cs typeface="Microsoft YaHei"/>
              </a:rPr>
              <a:t>分布式加速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89888" y="1929384"/>
            <a:ext cx="6656832" cy="713232"/>
          </a:xfrm>
          <a:prstGeom prst="rect">
            <a:avLst/>
          </a:prstGeom>
          <a:solidFill>
            <a:srgbClr val="0E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17904" y="198424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MindSpeed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7904" y="2240280"/>
            <a:ext cx="640080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多维并行、内存优化、通算掩盖，对接开源分布式框架。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2706624"/>
            <a:ext cx="1078992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训练框架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89888" y="2706624"/>
            <a:ext cx="6656832" cy="713232"/>
          </a:xfrm>
          <a:prstGeom prst="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7904" y="276148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MindSpore，以及 PyTorch + FrameworkPTAdapter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7904" y="3017520"/>
            <a:ext cx="640080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torch_npu 把 PyTorch 算子落到昇腾。MindSpeed 也提供 MindSpore 后端。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" y="3483864"/>
            <a:ext cx="1078992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计算架构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9888" y="3483864"/>
            <a:ext cx="6656832" cy="71323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17904" y="353872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CANN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3794760"/>
            <a:ext cx="640080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AscendCL、GE、Runtime、算子库、HCCL、DVPP。训练用 Toolkit 或 NNAE。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" y="4261104"/>
            <a:ext cx="1078992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4A6E"/>
                </a:solidFill>
                <a:latin typeface="Microsoft YaHei"/>
                <a:ea typeface="Microsoft YaHei"/>
                <a:cs typeface="Microsoft YaHei"/>
              </a:rPr>
              <a:t>驱动固件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89888" y="4261104"/>
            <a:ext cx="6656832" cy="713232"/>
          </a:xfrm>
          <a:prstGeom prst="rect">
            <a:avLst/>
          </a:prstGeom>
          <a:solidFill>
            <a:srgbClr val="2E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17904" y="431596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HDK / Driver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17904" y="4572000"/>
            <a:ext cx="640080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驱动与固件。CANN 经 Driver 管理 Device、Context 和 Stream。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5038344"/>
            <a:ext cx="1078992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处理器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89888" y="5038344"/>
            <a:ext cx="6656832" cy="7132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17904" y="5093207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昇腾 NPU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17904" y="5349240"/>
            <a:ext cx="640080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Atlas 训练服务器上的昇腾处理器。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11312" y="1152144"/>
            <a:ext cx="3712463" cy="45994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11312" y="1152144"/>
            <a:ext cx="3712463" cy="365760"/>
          </a:xfrm>
          <a:prstGeom prst="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调用链外侧  ·  MindCluster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02752" y="1609344"/>
            <a:ext cx="3529583" cy="766267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75904" y="1627632"/>
            <a:ext cx="3383279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Volcano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75904" y="1810512"/>
            <a:ext cx="3383279" cy="5285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按芯片互联做亲和调度，而不只按卡数分配。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02752" y="2430475"/>
            <a:ext cx="3529583" cy="766267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75904" y="2448763"/>
            <a:ext cx="3383279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Ascend Operator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75904" y="2631643"/>
            <a:ext cx="3383279" cy="5285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创建 AscendJob，注入主进程地址和 RankTable。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02752" y="3251606"/>
            <a:ext cx="3529583" cy="766267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75904" y="3269894"/>
            <a:ext cx="3383279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ClusterD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75904" y="3452774"/>
            <a:ext cx="3383279" cy="5285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汇总任务、资源和故障，统一决定处理级别。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02752" y="4072737"/>
            <a:ext cx="3529583" cy="766267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75904" y="4091025"/>
            <a:ext cx="3383279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Device Plugin / NodeD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75904" y="4273905"/>
            <a:ext cx="3383279" cy="5285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向 Kubernetes 注册 NPU，并上报节点状态。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02752" y="4893868"/>
            <a:ext cx="3529583" cy="766267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75904" y="4912156"/>
            <a:ext cx="3383279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断点续训 / FaultDiag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75904" y="5095036"/>
            <a:ext cx="3383279" cy="5285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故障后恢复训练；日志和链路诊断单独成工具。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2608" y="6144768"/>
            <a:ext cx="1161288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自上而下是一次训练步的软件层次。MindCluster 的组件跑在管理节点和节点代理上，负责任务能否跑起来。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CANN 与 HDK 分版本配套。NNRT 只覆盖推理，不作为训练运行包。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115214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昇腾软件栈  ·  推理    2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29184"/>
            <a:ext cx="1161288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推理在同一套 CANN 上分成两条路径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713232"/>
            <a:ext cx="64008" cy="310896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76656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MindIE LLM 自带服务和实例内调度。MindIE Motor 做跨实例的 PD 调度，当前南向对接 vLLM-Ascend。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52144"/>
            <a:ext cx="5779008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152144"/>
            <a:ext cx="5779008" cy="329184"/>
          </a:xfrm>
          <a:prstGeom prst="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路径 A  ·  MindIE LLM 原生引擎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572768"/>
            <a:ext cx="1554480" cy="580643"/>
          </a:xfrm>
          <a:prstGeom prst="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Server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56816" y="1572768"/>
            <a:ext cx="3895344" cy="580643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48256" y="1572768"/>
            <a:ext cx="3767328" cy="58064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服务层。OpenAI、vLLM、Triton 协议由 Endpoint 封装。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2208276"/>
            <a:ext cx="1554480" cy="580643"/>
          </a:xfrm>
          <a:prstGeom prst="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LLM Manager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56816" y="2208276"/>
            <a:ext cx="3895344" cy="580643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48256" y="2208276"/>
            <a:ext cx="3767328" cy="58064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实例内调度。连续组批、KV 池、请求状态。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2843783"/>
            <a:ext cx="1554480" cy="580643"/>
          </a:xfrm>
          <a:prstGeom prst="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Text Generator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56816" y="2843783"/>
            <a:ext cx="3895344" cy="580643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48256" y="2843783"/>
            <a:ext cx="3767328" cy="58064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前处理、自回归执行、后处理。含投机解码和分块 prefill。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3479291"/>
            <a:ext cx="1554480" cy="580643"/>
          </a:xfrm>
          <a:prstGeom prst="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Modeling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56816" y="3479291"/>
            <a:ext cx="3895344" cy="580643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48256" y="3479291"/>
            <a:ext cx="3767328" cy="58064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算子编排与图执行。后端为 ACLGraph 和 ATBGraph。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1152144"/>
            <a:ext cx="5779008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1152144"/>
            <a:ext cx="5779008" cy="329184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路径 B  ·  Motor 调度 + vLLM-Ascend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54496" y="1572768"/>
            <a:ext cx="1554480" cy="580643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Coordinator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1572768"/>
            <a:ext cx="3895344" cy="580643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1572768"/>
            <a:ext cx="3767328" cy="58064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请求入口。路由、负载均衡、请求统计、故障实例隔离。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54496" y="2208276"/>
            <a:ext cx="1554480" cy="580643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2208276"/>
            <a:ext cx="3895344" cy="580643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2208276"/>
            <a:ext cx="3767328" cy="58064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P/D 身份、故障隔离与恢复，并把状态推给 Coordinator。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54496" y="2843783"/>
            <a:ext cx="1554480" cy="580643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NodeManager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2843783"/>
            <a:ext cx="3895344" cy="580643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2843783"/>
            <a:ext cx="3767328" cy="58064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节点代理。向 Controller 注册，拉起引擎并上报心跳。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54496" y="3479291"/>
            <a:ext cx="1554480" cy="580643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vLLM-Ascend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3479291"/>
            <a:ext cx="3895344" cy="580643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3479291"/>
            <a:ext cx="3767328" cy="58064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Motor 当前南向的推理引擎。EngineServer 这一版以 vLLM 为准。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" y="4261104"/>
            <a:ext cx="1417320" cy="438912"/>
          </a:xfrm>
          <a:prstGeom prst="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MindCluster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28216" y="4261104"/>
            <a:ext cx="10204704" cy="438912"/>
          </a:xfrm>
          <a:prstGeom prst="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两条路径的 Pod、PD 分离 CRD 和故障恢复都由它承接。可选 CCAE 做算存网运维可视化。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" y="4754880"/>
            <a:ext cx="1417320" cy="5303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CANN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28216" y="4754880"/>
            <a:ext cx="10204704" cy="5303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AscendCL、GE、Runtime、算子库、HCCL、DVPP。推理可用 NNRT；Toolkit 与 NNAE 同时覆盖训练和推理。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" y="5340096"/>
            <a:ext cx="1417320" cy="384048"/>
          </a:xfrm>
          <a:prstGeom prst="rect">
            <a:avLst/>
          </a:prstGeom>
          <a:solidFill>
            <a:srgbClr val="2E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HDK / Driver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28216" y="5340096"/>
            <a:ext cx="10204704" cy="384048"/>
          </a:xfrm>
          <a:prstGeom prst="rect">
            <a:avLst/>
          </a:prstGeom>
          <a:solidFill>
            <a:srgbClr val="2E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驱动与固件，与 CANN 分版本配套。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" y="5779008"/>
            <a:ext cx="1417320" cy="384048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昇腾 NPU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28216" y="5779008"/>
            <a:ext cx="10204704" cy="384048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推理任务运行在昇腾处理器上。MindCluster 同时支持训练硬件和推理硬件。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" y="6199632"/>
            <a:ext cx="11612880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两条路径在 CANN 汇合，互不为对方的下层。Motor 负责请求落到哪一个 Prefill 或 Decode 实例；实例内部的组批在对应引擎里完成。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昇腾训练与推理软件栈层次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