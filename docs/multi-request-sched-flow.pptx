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流程按请求被调度的顺序排列：到达、准入、路由、KV 安置、组批、通信与结算。每张色卡是相对单请求多出来的挑战，颜色表示先打坏的指标。蓝 TTFT，琥珀 TPOT，紫表示两个指标一起变坏，绿表示达标结算。连续批处理的干扰来自 Orca；分块 prefill 来自 Sarathi；把 prefill 与 decode 拆开的原因来自 DistServe 与 Splitwise。单请求屋顶测的是一次前向。调度要守的是选定并发下的尾部，而且准入会改变这个尾部。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推理调度  ·  相对单请求多出来的难度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29184"/>
            <a:ext cx="115214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多请求调度：挑战落在哪一步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13232"/>
            <a:ext cx="64008" cy="365760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76656"/>
            <a:ext cx="114300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单请求只有一次前向。多请求共用队列、显存、组批和网络，尾部在下面六步被抬过 SLO。色卡是这一步多出来的挑战。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进入队列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7" y="1417320"/>
            <a:ext cx="201168" cy="146304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7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排队、队头阻塞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长请求挡住短请求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7" y="1956816"/>
            <a:ext cx="54864" cy="914399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9424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准入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决定接不接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5071" y="1417320"/>
            <a:ext cx="201168" cy="146304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76272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601C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再接一条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在飞 TPOT 被推过线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6272" y="1956816"/>
            <a:ext cx="54864" cy="914399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76272" y="299923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产能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输出长度未知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花完算力才知超标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6272" y="3072384"/>
            <a:ext cx="54864" cy="914399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76272" y="4114800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产能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目标若是总吞吐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会接进违约的请求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6272" y="4187952"/>
            <a:ext cx="54864" cy="914399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24528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路由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选择副本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0175" y="1417320"/>
            <a:ext cx="201168" cy="146304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51376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3D8F"/>
                </a:solidFill>
                <a:latin typeface="Microsoft YaHei"/>
                <a:ea typeface="Microsoft YaHei"/>
                <a:cs typeface="Microsoft YaHei"/>
              </a:rPr>
              <a:t>两者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前缀命中换热点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TTFT 降，副本 TPOT 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1956816"/>
            <a:ext cx="54864" cy="914399"/>
          </a:xfrm>
          <a:prstGeom prst="rect">
            <a:avLst/>
          </a:prstGeom>
          <a:solidFill>
            <a:srgbClr val="5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KV 安置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分配显存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55279" y="1417320"/>
            <a:ext cx="201168" cy="146304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9168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3D8F"/>
                </a:solidFill>
                <a:latin typeface="Microsoft YaHei"/>
                <a:ea typeface="Microsoft YaHei"/>
                <a:cs typeface="Microsoft YaHei"/>
              </a:rPr>
              <a:t>两者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容量、碎片、换出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别人的下一步出尖峰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956816"/>
            <a:ext cx="54864" cy="914399"/>
          </a:xfrm>
          <a:prstGeom prst="rect">
            <a:avLst/>
          </a:prstGeom>
          <a:solidFill>
            <a:srgbClr val="5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74736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组批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合成一次执行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930384" y="1417320"/>
            <a:ext cx="201168" cy="146304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34272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01584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601C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prefill 插入 decode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在飞的这一步被拉长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01584" y="1956816"/>
            <a:ext cx="54864" cy="914399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01584" y="299923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分块 prefill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首 token 被拆成多步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1584" y="3072384"/>
            <a:ext cx="54864" cy="914399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49840" y="1207008"/>
            <a:ext cx="1737360" cy="566928"/>
          </a:xfrm>
          <a:prstGeom prst="roundRect">
            <a:avLst>
              <a:gd name="adj" fmla="val 15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 通信与结算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E0EA"/>
                </a:solidFill>
                <a:latin typeface="Microsoft YaHei"/>
                <a:ea typeface="Microsoft YaHei"/>
                <a:cs typeface="Microsoft YaHei"/>
              </a:rPr>
              <a:t>搬运、集合、计产能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09376" y="1773936"/>
            <a:ext cx="18288" cy="109728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76688" y="1883664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601C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多条 KV 同时汇入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decode 侧形成 incast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76688" y="1956816"/>
            <a:ext cx="54864" cy="914399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76688" y="2999232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601C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通信与 KV 抢链路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步尾部变成 TPOT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76688" y="3072384"/>
            <a:ext cx="54864" cy="914399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76688" y="4114800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4601C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EP 等最慢的 rank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整组步长被拉长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76688" y="4187952"/>
            <a:ext cx="54864" cy="914399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076688" y="5230368"/>
            <a:ext cx="1883664" cy="1060704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9525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6E48"/>
                </a:solidFill>
                <a:latin typeface="Microsoft YaHei"/>
                <a:ea typeface="Microsoft YaHei"/>
                <a:cs typeface="Microsoft YaHei"/>
              </a:rPr>
              <a:t>产能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两指标同时达标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超标 token 仍占 GPU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76688" y="5303520"/>
            <a:ext cx="54864" cy="914399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850392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多请求 TTFT = 排队 + 调度 + prefill    多请求 TPOT = 一步 decode + 被插入的停顿 + 通信排队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6565392"/>
            <a:ext cx="146304" cy="12801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5400" y="6510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73768" y="6565392"/>
            <a:ext cx="146304" cy="128016"/>
          </a:xfrm>
          <a:prstGeom prst="rect">
            <a:avLst/>
          </a:prstGeom>
          <a:solidFill>
            <a:srgbClr val="946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6510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15016" y="6565392"/>
            <a:ext cx="146304" cy="128016"/>
          </a:xfrm>
          <a:prstGeom prst="rect">
            <a:avLst/>
          </a:prstGeom>
          <a:solidFill>
            <a:srgbClr val="5C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97896" y="6510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两者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256264" y="6565392"/>
            <a:ext cx="146304" cy="128016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9144" y="6510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产能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多请求调度：挑战落在哪一步</dc:title>
  <dc:subject>TTFT 与 TPOT 在共享队列、KV、组批和网络上的额外挑战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