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来源：https://openai.com/api-scale-tier/ ；https://developers.openai.com/api/docs/guides/fast-mode ；https://developers.openai.com/api/docs/pricing ；https://developers.openai.com/api/docs/guides/ultrafast-mode ；https://openai.com/policies/service-credit-terms/ 。Scale Tier 与 Fast（GPT-5.6 及更早）的赔付比例不在公开页，写在企业协议里。价格为短上下文标价。长上下文按整单另计。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115214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公开价目整理  ·  OpenAI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29184"/>
            <a:ext cx="1152144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SLA 承诺、售价与未达标补偿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731520"/>
            <a:ext cx="64008" cy="42062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94944"/>
            <a:ext cx="1143000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带赔付的只有企业 Scale Tier，以及 GPT-5.6 及更早的 Fast。赔的是服务抵扣额度，慢请求已生成的 token 仍按该档单价收取。GPT-6 速度档是加价，没有时延承诺。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6032" y="1243584"/>
          <a:ext cx="11667744" cy="476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154680"/>
                <a:gridCol w="3520440"/>
                <a:gridCol w="3300984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销售档</a:t>
                      </a:r>
                    </a:p>
                  </a:txBody>
                  <a:tcPr marL="54864" marR="45720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SLA 承诺</a:t>
                      </a:r>
                    </a:p>
                  </a:txBody>
                  <a:tcPr marL="54864" marR="45720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售价（美元 / 百万 token）</a:t>
                      </a:r>
                    </a:p>
                  </a:txBody>
                  <a:tcPr marL="54864" marR="45720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未达成时的补偿</a:t>
                      </a:r>
                    </a:p>
                  </a:txBody>
                  <a:tcPr marL="54864" marR="45720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按量</a:t>
                      </a:r>
                    </a:p>
                  </a:txBody>
                  <a:tcPr marL="54864" marR="45720" marT="36576" marB="27432" anchor="t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无可用性承诺，无时延承诺。</a:t>
                      </a:r>
                    </a:p>
                  </a:txBody>
                  <a:tcPr marL="54864" marR="45720" marT="36576" marB="27432" anchor="t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 Astra 短上下文：输入 10，缓存输入 1，输出 50。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输入超过 272K 时，整单输入 2 倍、输出 1.5 倍。</a:t>
                      </a:r>
                    </a:p>
                  </a:txBody>
                  <a:tcPr marL="54864" marR="45720" marT="36576" marB="27432" anchor="t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无赔付。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已生成 token 按 Standard 单价收取。</a:t>
                      </a:r>
                    </a:p>
                  </a:txBody>
                  <a:tcPr marL="54864" marR="45720" marT="36576" marB="27432" anchor="t">
                    <a:solidFill>
                      <a:srgbClr val="FBF3E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 系列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Astra、6.1 Sol、6 Sol、Luna</a:t>
                      </a:r>
                    </a:p>
                  </a:txBody>
                  <a:tcPr marL="54864" marR="45720" marT="36576" marB="27432" anchor="t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价目表的可用性与时延为空。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的 Fast mode 写明不含时延 SLA。</a:t>
                      </a:r>
                    </a:p>
                  </a:txBody>
                  <a:tcPr marL="54864" marR="45720" marT="36576" marB="27432" anchor="t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 Standard 的 2 倍。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 短上下文：输入 20，缓存输入 2，输出 100。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长上下文：输入 40，输出 150。</a:t>
                      </a:r>
                    </a:p>
                  </a:txBody>
                  <a:tcPr marL="54864" marR="45720" marT="36576" marB="27432" anchor="t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service credit。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性能变差且流量爬升过快时，部分请求降为 Standard，按 Standard 价计费，并不再计入 Fast 目标。经验线：已到每分钟 100 万 token，且 15 分钟内再增超过 50%。</a:t>
                      </a:r>
                    </a:p>
                  </a:txBody>
                  <a:tcPr marL="54864" marR="45720" marT="36576" marB="27432" anchor="t">
                    <a:solidFill>
                      <a:srgbClr val="FBF3E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GPT-5.6 及更早</a:t>
                      </a:r>
                    </a:p>
                  </a:txBody>
                  <a:tcPr marL="54864" marR="45720" marT="36576" marB="27432" anchor="t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企业协议与 Scale Tier 同一套处理。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时延按每 5 分钟窗口的 p50 统计。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公开页没有单独的 token/s 门槛表。</a:t>
                      </a:r>
                    </a:p>
                  </a:txBody>
                  <a:tcPr marL="54864" marR="45720" marT="36576" marB="27432" anchor="t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GPT-5.6 Sol 为 Standard 的 2 倍。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短上下文：输入 8，输出 40。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长上下文：输入 16，输出 60。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该促销价至少保持到 2026-11-21。</a:t>
                      </a:r>
                    </a:p>
                  </a:txBody>
                  <a:tcPr marL="54864" marR="45720" marT="36576" marB="27432" anchor="t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企业客户获得 service credit，经客户经理办理。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同一个月可用性与时延都未达标时，只赔较高的一笔，不叠加。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额度不能兑现金、不能转让，发行后一年有效。</a:t>
                      </a:r>
                    </a:p>
                  </a:txBody>
                  <a:tcPr marL="54864" marR="45720" marT="36576" marB="27432" anchor="t">
                    <a:solidFill>
                      <a:srgbClr val="E8F5EE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Ultrafast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 Astra</a:t>
                      </a:r>
                    </a:p>
                  </a:txBody>
                  <a:tcPr marL="54864" marR="45720" marT="36576" marB="27432" anchor="t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无公开可用性或时延 SLA。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速度宣传为最多比 Standard 快 8 倍。</a:t>
                      </a:r>
                    </a:p>
                  </a:txBody>
                  <a:tcPr marL="54864" marR="45720" marT="36576" marB="27432" anchor="t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的 6 倍。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短上下文：输入 60，缓存输入 6，缓存写入 75，输出 300。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长上下文：输入 120，输出 450。</a:t>
                      </a:r>
                    </a:p>
                  </a:txBody>
                  <a:tcPr marL="54864" marR="45720" marT="36576" marB="27432" anchor="t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无公开赔付条款。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已生成 token 按 Ultrafast 单价收取。</a:t>
                      </a:r>
                    </a:p>
                  </a:txBody>
                  <a:tcPr marL="54864" marR="45720" marT="36576" marB="27432" anchor="t">
                    <a:solidFill>
                      <a:srgbClr val="FBF3E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Scale Tier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企业预购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最少 30 天</a:t>
                      </a:r>
                    </a:p>
                  </a:txBody>
                  <a:tcPr marL="54864" marR="45720" marT="36576" marB="27432" anchor="t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可用性 99.9%。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时延为每 5 分钟窗口的 p50，且 99% 的请求快于该模型门槛。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GPT-5.5 为 50 token/s，GPT-5.4 mini 为 100 token/s，GPT-5 mini 为 80 token/s。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部分型号不含长上下文。</a:t>
                      </a:r>
                    </a:p>
                  </a:txBody>
                  <a:tcPr marL="54864" marR="45720" marT="36576" marB="27432" anchor="t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token unit 预购。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GPT-5.5：输入 5 万 TPM，750 美元/unit/天，无输出包。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GPT-5.4 mini：输入 5 万 TPM，100 美元/unit/天。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GPT-5.2：输入 2.5 万 TPM 为 105 美元/unit/天，输出 2500 TPM 为 84 美元/unit/天。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分钟窗口未超过额度不另收费，超出按 Fast 按量计。</a:t>
                      </a:r>
                    </a:p>
                  </a:txBody>
                  <a:tcPr marL="54864" marR="45720" marT="36576" marB="27432" anchor="t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该月时延和可用性都未达标时，按该月这笔 token unit 采购赔 service credit，取两项中较高的一笔。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赔付比例未公开。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额度不能兑现金，发行后一年有效。</a:t>
                      </a:r>
                    </a:p>
                  </a:txBody>
                  <a:tcPr marL="54864" marR="45720" marT="36576" marB="27432" anchor="t">
                    <a:solidFill>
                      <a:srgbClr val="E8F5EE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6032" y="6528816"/>
            <a:ext cx="85953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时延门槛是生成速度（token/s），不是 TTFT 毫秒，也不是 TPOT 的 p99。绿色格为有赔付，米色格为无赔付。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6528816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来源：OpenAI 公开价目与 SLA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 API：SLA、售价与未达标补偿</dc:title>
  <dc:subject>公开价目整理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