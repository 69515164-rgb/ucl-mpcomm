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简化的 agentic coding 一轮。顺序是组装上下文、推理、工具调用、写入记忆。写入的记忆在下一轮组装上下文时被读回。推理判定任务完成后直接输出，不再进入工具调用。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82880"/>
            <a:ext cx="1133856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Agentic Coding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420624"/>
            <a:ext cx="11338560" cy="40233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未完成就再转一圈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6879" y="2148840"/>
            <a:ext cx="2331720" cy="1554480"/>
          </a:xfrm>
          <a:prstGeom prst="roundRect">
            <a:avLst/>
          </a:prstGeom>
          <a:solidFill>
            <a:srgbClr val="0E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  组装上下文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代码、对话、记忆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041751" y="2798064"/>
            <a:ext cx="384047" cy="256032"/>
          </a:xfrm>
          <a:prstGeom prst="rightArrow">
            <a:avLst/>
          </a:prstGeom>
          <a:solidFill>
            <a:srgbClr val="0E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498951" y="2148840"/>
            <a:ext cx="2331720" cy="1554480"/>
          </a:xfrm>
          <a:prstGeom prst="round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  推理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决定下一步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903823" y="2798064"/>
            <a:ext cx="384047" cy="256032"/>
          </a:xfrm>
          <a:prstGeom prst="rightArrow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361023" y="2148840"/>
            <a:ext cx="2331720" cy="1554480"/>
          </a:xfrm>
          <a:prstGeom prst="roundRect">
            <a:avLst/>
          </a:prstGeom>
          <a:solidFill>
            <a:srgbClr val="7A54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  工具调用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读、改、跑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765895" y="2798064"/>
            <a:ext cx="384047" cy="256032"/>
          </a:xfrm>
          <a:prstGeom prst="rightArrow">
            <a:avLst/>
          </a:prstGeom>
          <a:solidFill>
            <a:srgbClr val="7A54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223095" y="2148840"/>
            <a:ext cx="2331720" cy="1554480"/>
          </a:xfrm>
          <a:prstGeom prst="roundRect">
            <a:avLst/>
          </a:prstGeom>
          <a:solidFill>
            <a:srgbClr val="0E2A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  写入记忆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结果写回</a:t>
            </a:r>
          </a:p>
        </p:txBody>
      </p:sp>
      <p:sp>
        <p:nvSpPr>
          <p:cNvPr id="12" name="Up Arrow 11"/>
          <p:cNvSpPr/>
          <p:nvPr/>
        </p:nvSpPr>
        <p:spPr>
          <a:xfrm>
            <a:off x="4536795" y="1892808"/>
            <a:ext cx="256032" cy="219456"/>
          </a:xfrm>
          <a:prstGeom prst="upArrow">
            <a:avLst/>
          </a:prstGeom>
          <a:solidFill>
            <a:srgbClr val="7A54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04691" y="1417320"/>
            <a:ext cx="1920240" cy="475488"/>
          </a:xfrm>
          <a:prstGeom prst="roundRect">
            <a:avLst/>
          </a:prstGeom>
          <a:solidFill>
            <a:srgbClr val="7A54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完成 · 输出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10233507" y="3758183"/>
            <a:ext cx="310896" cy="420624"/>
          </a:xfrm>
          <a:prstGeom prst="downArrow">
            <a:avLst/>
          </a:prstGeom>
          <a:solidFill>
            <a:srgbClr val="0E2A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Up Arrow 14"/>
          <p:cNvSpPr/>
          <p:nvPr/>
        </p:nvSpPr>
        <p:spPr>
          <a:xfrm>
            <a:off x="1647291" y="3758183"/>
            <a:ext cx="310896" cy="420624"/>
          </a:xfrm>
          <a:prstGeom prst="upArrow">
            <a:avLst/>
          </a:prstGeom>
          <a:solidFill>
            <a:srgbClr val="0E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Left Arrow 15"/>
          <p:cNvSpPr/>
          <p:nvPr/>
        </p:nvSpPr>
        <p:spPr>
          <a:xfrm>
            <a:off x="1857603" y="4279392"/>
            <a:ext cx="8476488" cy="420624"/>
          </a:xfrm>
          <a:prstGeom prst="leftArrow">
            <a:avLst/>
          </a:prstGeom>
          <a:solidFill>
            <a:srgbClr val="0E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97683" y="4279392"/>
            <a:ext cx="7470648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下一轮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" y="5029200"/>
            <a:ext cx="11338560" cy="5029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记忆写回后，下一轮从组装上下文再读。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推理判定完成后直接输出。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Agentic Coding 一轮循环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