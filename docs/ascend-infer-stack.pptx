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MindIE 3.1 用户手册 Overview 与 MindIE Motor 3.1 架构说明。MindIE LLM 进入维护，官方建议新部署使用 MindIE Motor 加 vLLM-Ascend。MindIE LLM 自上而下为 Server、LLM Manager、Text Generator、Modeling。LLM Manager 内的 Engine 编排 Scheduler、Executor 和 Worker；Block Manager 管 KV 池。Executor 把调度结果下发给 Text Generator，覆盖跨节点、跨设备。Text Generator 含前处理、Generator、Sampler，并支持可插拔的并行解码。Modeling 提供 ATB Models；开发者架构说明同时支持 ACLGraph 和 ATBGraph。Motor：Coordinator 为数据面入口；Controller 与 NodeManager 为管控面；EngineServer 北向接二者，南向当前仅 vLLM。架构页写明南向接口包括 vLLM、SGLang 和 MindIE，当前版本只支持 vLLM。MindCluster 提供 Kubernetes、PD 分离 CRD 和 Operator，位于调用链外侧。CCAE 可选。CANN 组成沿用方案概述：AscendCL、GE、Runtime、算子库、HCCL、DVPP。推理运行包为 NNRT。KV：MindIE LLM 的 Block Manager 管 DP 内 KV，kv connector 对接池化后端，Mooncake 是其中一种 backend。Motor 的亲和调度依赖 Mooncake Conductor：P 实例用 ZMQ 发布 KV 事件，Coordinator 按位置调度。3.1 中文页写优先送到已缓存该 KV 的 D 实例；英文页写优先送到已有前缀 KV 的 P 实例。图上只写按位置调度。Motor 的 KV 池基于 vLLM-Ascend：MultiConnector 把 MooncakeConnector 与 AscendStoreConnector 组合。Mooncake Store 由 mooncake_master 管理；另一后端是 MemCache。Conductor 设计里还可接 YuanRong。共享池推入可以使用按层 connector。亲和调度文档建议此时不要再按层单独传输，由 Conductor 管全局位置。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46304"/>
            <a:ext cx="11521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昇腾  ·  推理软件栈  ·  MindIE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65760"/>
            <a:ext cx="1161288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两条推理路径在 CANN 汇合，下面共用 HDK 和 NPU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68096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新部署走 MindIE Motor，南向当前是 vLLM-Ascend。MindIE LLM 仍保留原生层次，已进入维护。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1133856"/>
            <a:ext cx="841248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集群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3856" y="1133856"/>
            <a:ext cx="1554480" cy="438912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MindCluster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688336" y="1133856"/>
            <a:ext cx="9198864" cy="438912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133856"/>
            <a:ext cx="9015984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调用链外侧。承接两条路径的 Pod、PD 分离 CRD 和故障恢复。可选 CCAE 做算存网运维。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645920"/>
            <a:ext cx="841248" cy="2468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3856" y="1645920"/>
            <a:ext cx="5321808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3856" y="1645920"/>
            <a:ext cx="5321808" cy="31089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A  ·  MindIE LLM 原生引擎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008" y="2029968"/>
            <a:ext cx="1627632" cy="46177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029968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2029968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Endpoint 兼容 OpenAI、vLLM、Triton、TGI。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008" y="2546604"/>
            <a:ext cx="1627632" cy="46177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LLM 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546604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546604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连续组批。Engine 内含 Scheduler。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7008" y="3063240"/>
            <a:ext cx="1627632" cy="46177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Text 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3063240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3063240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自回归执行。Executor 负责跨节点下发。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7008" y="3579876"/>
            <a:ext cx="1627632" cy="46177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Modeling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3579876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0" y="3579876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ACLGraph 与 ATBGraph。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65392" y="1645920"/>
            <a:ext cx="5321808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65392" y="1645920"/>
            <a:ext cx="5321808" cy="310896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路径 B  ·  MindIE Motor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38544" y="2029968"/>
            <a:ext cx="1627632" cy="46177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2029968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2029968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路由、限流、实例隔离。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38544" y="2546604"/>
            <a:ext cx="1627632" cy="461772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管控面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6" y="2546604"/>
            <a:ext cx="3547872" cy="461772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6" y="2546604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Controller 与 NodeManager。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38544" y="3063240"/>
            <a:ext cx="1627632" cy="46177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EngineServer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6" y="3063240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6" y="3063240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北向接 Coordinator 和 Controller。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38544" y="3579876"/>
            <a:ext cx="1627632" cy="46177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vLLM-Ascend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6176" y="3579876"/>
            <a:ext cx="3547872" cy="461772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7616" y="3579876"/>
            <a:ext cx="3419856" cy="4617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当前唯一南向。前向和实例内组批。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" y="4206240"/>
            <a:ext cx="841248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KV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33856" y="4206240"/>
            <a:ext cx="3535680" cy="658368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25296" y="4261103"/>
            <a:ext cx="33528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实例内 KV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6" y="4498848"/>
            <a:ext cx="3352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 Manager，以及 vLLM 的本卡池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42688" y="4206240"/>
            <a:ext cx="3535680" cy="65836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34128" y="4261103"/>
            <a:ext cx="33528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跨实例搬运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34128" y="4498848"/>
            <a:ext cx="3352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connector 与 MooncakeConnector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51520" y="4206240"/>
            <a:ext cx="3535680" cy="658368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2960" y="4261103"/>
            <a:ext cx="33528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Mooncake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42960" y="4498848"/>
            <a:ext cx="335280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Conductor 管位置，Store 做共享池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032" y="4956048"/>
            <a:ext cx="8412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33856" y="4956048"/>
            <a:ext cx="1554480" cy="38404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CANN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88336" y="4956048"/>
            <a:ext cx="9198864" cy="38404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98064" y="4956048"/>
            <a:ext cx="901598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AscendCL、GE、Runtime、算子库、HCCL、DVPP。推理运行包用 NNRT。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" y="5394960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4A6E"/>
                </a:solidFill>
                <a:latin typeface="Microsoft YaHei"/>
                <a:ea typeface="Microsoft YaHei"/>
                <a:cs typeface="Microsoft YaHei"/>
              </a:rPr>
              <a:t>驱动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33856" y="5394960"/>
            <a:ext cx="1554480" cy="310896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HDK / Driver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88336" y="5394960"/>
            <a:ext cx="9198864" cy="310896"/>
          </a:xfrm>
          <a:prstGeom prst="rect">
            <a:avLst/>
          </a:prstGeom>
          <a:solidFill>
            <a:srgbClr val="2E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8064" y="5394960"/>
            <a:ext cx="9015984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驱动与固件，与 CANN 分版本配套。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6032" y="5760720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硬件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33856" y="5760720"/>
            <a:ext cx="1554480" cy="310896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昇腾 NPU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88336" y="5760720"/>
            <a:ext cx="9198864" cy="310896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98064" y="5760720"/>
            <a:ext cx="9015984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推理任务在昇腾处理器上执行。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2608" y="6126480"/>
            <a:ext cx="11612880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Mooncake 不是调用链上的一层。Conductor 把 KV 位置交给 Coordinator 做亲和调度；Store 和 connector 挂在引擎侧。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池化还可选 MemCache。亲和调度与按层推入共享池是两套配置，不叠在同一次传输上。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昇腾推理软件栈分层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