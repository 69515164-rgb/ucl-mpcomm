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MindIE 3.1 用户手册 Overview 与 MindIE Motor 3.1 架构说明。MindIE LLM 进入维护，官方建议新部署使用 MindIE Motor 加 vLLM-Ascend。MindIE LLM 自上而下为 Server、LLM Manager、Text Generator、Modeling。LLM Manager 内的 Engine 编排 Scheduler、Executor 和 Worker；Block Manager 管 KV 池。Executor 把调度结果下发给 Text Generator，覆盖跨节点、跨设备。Text Generator 含前处理、Generator、Sampler，并支持可插拔的并行解码。Modeling 提供 ATB Models；开发者架构说明同时支持 ACLGraph 和 ATBGraph。Motor：Coordinator 为数据面入口；Controller 与 NodeManager 为管控面；EngineServer 北向接二者，南向当前仅 vLLM。架构页写明南向接口包括 vLLM、SGLang 和 MindIE，当前版本只支持 vLLM。MindCluster 提供 Kubernetes、PD 分离 CRD 和 Operator，位于调用链外侧。CCAE 可选。CANN 组成沿用方案概述：AscendCL、GE、Runtime、算子库、HCCL、DVPP。推理运行包为 NNRT。KV 池：Motor 3.1 默认后端是 MemCache，由 MetaService 管元数据、LocalService 管 DRAM；Mooncake 用 mooncake_master；还有 YuanRong。vLLM-Ascend 的按层池化目前只支持 MemCache。Mooncake Conductor 给 Coordinator 提供 KV 位置，用于亲和调度。通信库都在 CANN 内。HCCL 是集合通信库，服务张量并行和专家并行；HCOMM 是它的基础库，控制面管拓扑和资源，数据面管搬运和同步。HIXL 是单边通信库，LLM-DataDist 在这里做链路和 KV 的拉取、推送，支持 D2D、D2H、H2D。SHMEM 是对称内存库，给算子开发提供卡间单边访问。用户所说的 HCOM 对应文档名 HCOMM。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46304"/>
            <a:ext cx="11521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昇腾  ·  推理软件栈  ·  MindIE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65760"/>
            <a:ext cx="1161288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两条推理路径在 CANN 汇合，下面共用 HDK 和 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68096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新部署走 MindIE Motor，南向当前是 vLLM-Ascend。MindIE LLM 仍保留原生层次，已进入维护。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15568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集群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3856" y="1115568"/>
            <a:ext cx="1554480" cy="329184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MindCluster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688336" y="1115568"/>
            <a:ext cx="9198864" cy="329184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115568"/>
            <a:ext cx="901598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调用链外侧。Pod、PD 分离、故障恢复。可选 CCAE。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517904"/>
            <a:ext cx="841248" cy="22677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3856" y="1517904"/>
            <a:ext cx="5321808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3856" y="1517904"/>
            <a:ext cx="5321808" cy="31089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A  ·  MindIE LLM 原生引擎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008" y="1901952"/>
            <a:ext cx="1627632" cy="4114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901952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1901952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Endpoint 兼容 OpenAI、vLLM、Triton、TGI。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368296"/>
            <a:ext cx="1627632" cy="4114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368296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368296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连续组批。Engine 内含 Scheduler。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2834640"/>
            <a:ext cx="1627632" cy="4114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Text 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834640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2834640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自回归执行。Executor 负责跨节点下发。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7008" y="3300984"/>
            <a:ext cx="1627632" cy="4114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Modeling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3300984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3300984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ACLGraph 与 ATBGraph。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1517904"/>
            <a:ext cx="5321808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65392" y="1517904"/>
            <a:ext cx="5321808" cy="31089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B  ·  MindIE Motor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38544" y="1901952"/>
            <a:ext cx="1627632" cy="41148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1901952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1901952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路由、限流、实例隔离。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38544" y="2368296"/>
            <a:ext cx="1627632" cy="411480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管控面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6" y="2368296"/>
            <a:ext cx="3547872" cy="4114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6" y="2368296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Controller 与 NodeManager。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38544" y="2834640"/>
            <a:ext cx="1627632" cy="41148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EngineServer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6" y="2834640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6" y="2834640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北向接 Coordinator 和 Controller。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38544" y="3300984"/>
            <a:ext cx="1627632" cy="41148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vLLM-Ascend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6176" y="3300984"/>
            <a:ext cx="3547872" cy="4114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7616" y="3300984"/>
            <a:ext cx="3419856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当前唯一南向。前向和实例内组批。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" y="3858768"/>
            <a:ext cx="841248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KV 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33856" y="3858768"/>
            <a:ext cx="3535680" cy="512064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7008" y="3895344"/>
            <a:ext cx="3389376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MemCache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8" y="4114800"/>
            <a:ext cx="3389376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默认后端。元数据与 DRAM 池。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42688" y="3858768"/>
            <a:ext cx="3535680" cy="512064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5840" y="3895344"/>
            <a:ext cx="3389376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Mooncake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5840" y="4114800"/>
            <a:ext cx="3389376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mooncake_master。Conductor 管 KV 位置。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51520" y="3858768"/>
            <a:ext cx="3535680" cy="512064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24672" y="3895344"/>
            <a:ext cx="3389376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实例内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24672" y="4114800"/>
            <a:ext cx="3389376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 Manager 与 vLLM 本卡池。另有 YuanRong。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032" y="4443984"/>
            <a:ext cx="841248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33856" y="4443984"/>
            <a:ext cx="2633472" cy="58521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07008" y="4480560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HCCL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07008" y="4700016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集合通信。服务张量并行和专家并行。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0" y="4443984"/>
            <a:ext cx="2633472" cy="585216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3632" y="4480560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HCOMM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13632" y="4700016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HCCL 的基础库。控制面与数据面。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47104" y="4443984"/>
            <a:ext cx="2633472" cy="58521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0256" y="4480560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HIXL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0256" y="4700016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单边。LLM-DataDist 拉取和推送 KV。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53728" y="4443984"/>
            <a:ext cx="2633472" cy="585216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0" y="4480560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SHMEM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0" y="4700016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对称内存。卡间单边访问，给定制算子。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" y="5120640"/>
            <a:ext cx="84124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33856" y="5120640"/>
            <a:ext cx="1554480" cy="36576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CANN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88336" y="5120640"/>
            <a:ext cx="9198864" cy="36576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98064" y="5120640"/>
            <a:ext cx="9015984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AscendCL、GE、Runtime、算子库、DVPP。通信四库也在这一层。推理包是 NNRT。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6032" y="5541264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4A6E"/>
                </a:solidFill>
                <a:latin typeface="Microsoft YaHei"/>
                <a:ea typeface="Microsoft YaHei"/>
                <a:cs typeface="Microsoft YaHei"/>
              </a:rPr>
              <a:t>驱动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33856" y="5541264"/>
            <a:ext cx="1554480" cy="274320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HDK / Driver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688336" y="5541264"/>
            <a:ext cx="9198864" cy="274320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98064" y="5541264"/>
            <a:ext cx="90159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驱动与固件，与 CANN 分版本配套。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587044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硬件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33856" y="5870448"/>
            <a:ext cx="1554480" cy="27432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昇腾 NPU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88336" y="5870448"/>
            <a:ext cx="9198864" cy="27432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98064" y="5870448"/>
            <a:ext cx="90159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推理任务在昇腾处理器上执行。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2608" y="6199632"/>
            <a:ext cx="1161288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HCCL 走集合，服务模型并行。HIXL 走单边，服务 P 到 D 的 KV。按层池化目前只在 MemCache 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HCOMM 是文档里的通信基础库名。MemCache、Mooncake、YuanRong 是池后端，不是三条调用链。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昇腾推理软件栈分层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