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MindIE 3.1 用户手册 Overview 与 MindIE Motor 3.1 架构说明。MindIE LLM 进入维护，官方建议新部署使用 MindIE Motor 加 vLLM-Ascend。MindIE LLM 自上而下为 Server、LLM Manager、Text Generator、Modeling。LLM Manager 内的 Engine 编排 Scheduler、Executor 和 Worker；Block Manager 管 KV 池。Executor 把调度结果下发给 Text Generator，覆盖跨节点、跨设备。Text Generator 含前处理、Generator、Sampler，并支持可插拔的并行解码。Modeling 提供 ATB Models；开发者架构说明同时支持 ACLGraph 和 ATBGraph。Motor：Coordinator 为数据面入口；Controller 与 NodeManager 为管控面；EngineServer 北向接二者，南向当前仅 vLLM。架构页写明南向接口包括 vLLM、SGLang 和 MindIE，当前版本只支持 vLLM。MindCluster 提供 Kubernetes、PD 分离 CRD 和 Operator，位于调用链外侧。CCAE 可选。CANN 组成沿用方案概述：AscendCL、GE、Runtime、算子库、HCCL、DVPP。推理运行包为 NNRT。KV 池与传输不是并列关系。AscendStoreConnector.backend 在 memcache、mooncake、yuanrong 里选一个池。MemCache 是 Motor 3.1 默认池：MetaService 管元数据，LocalService 管 DRAM。它的字节走 MemFabric，协议有 device_rdma（A2）、device_sdma（A3）、host_rdma、device_urma（950）、同节点 host_shm。Mooncake 是对象层，mooncake_master 管池。昇腾上的字节走 Ascend Direct（adxl），建在 CANN 的 HIXL 上。ASCEND_USE_ASYNC_TRANSFER 打开 HIXL 异步传输。LLM-DataDist 是 HIXL 上的 KV 接口，做链路和 pull、push，覆盖 D2D、D2H、H2D。Conductor 只是位置索引，Coordinator 用它做亲和调度，字节不经过 Conductor。YuanRong 是第三种池后端。按层池化目前只支持 MemCache。HCCL 是集合通信，服务张量并行和专家并行。HCOMM 是 HCCL 的基础库，控制面管拓扑和资源，数据面管搬运和同步。用户所说的 HCOM 对应文档名 HCOMM。CANN SHMEM（aclshmem）是算子用的对称内存。仓库示例 kv_shuffle 做跨 PE 的 KV 块拷贝，不在默认服务路径上。MindIE 的 SharedMemCommunication 和 layerwise 的 share_memory 使用主机 POSIX 共享内存传控制标志，不是 CANN SHMEM。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46304"/>
            <a:ext cx="11521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昇腾  ·  推理软件栈  ·  MindIE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47472"/>
            <a:ext cx="1161288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Mooncake 的字节走 HIXL，MemCache 的字节走 MemFabric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694944"/>
            <a:ext cx="116128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两条服务在 CANN 汇合。默认推理不调用 SHMEM。HCOMM 是 HCCL 的基础库。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1024128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集群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33856" y="1024128"/>
            <a:ext cx="1554480" cy="274320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MindCluster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688336" y="1024128"/>
            <a:ext cx="9198864" cy="274320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98064" y="1024128"/>
            <a:ext cx="90159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调用链外侧。Pod、PD 分离、故障恢复。可选 CCAE。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1353312"/>
            <a:ext cx="841248" cy="19751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服务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33856" y="1353312"/>
            <a:ext cx="5321808" cy="1975104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33856" y="1353312"/>
            <a:ext cx="5321808" cy="310896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路径 A  ·  MindIE 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07008" y="1737360"/>
            <a:ext cx="1627632" cy="338328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Server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1737360"/>
            <a:ext cx="3547872" cy="33832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0" y="1737360"/>
            <a:ext cx="3419856" cy="3383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OpenAI、vLLM、Triton、TGI。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07008" y="2130552"/>
            <a:ext cx="1627632" cy="338328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LLM Manager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40" y="2130552"/>
            <a:ext cx="3547872" cy="33832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2130552"/>
            <a:ext cx="3419856" cy="3383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连续组批。Engine 含 Scheduler。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07008" y="2523744"/>
            <a:ext cx="1627632" cy="338328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Text Generator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2523744"/>
            <a:ext cx="3547872" cy="33832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0" y="2523744"/>
            <a:ext cx="3419856" cy="3383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自回归。Executor 跨节点下发。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07008" y="2916936"/>
            <a:ext cx="1627632" cy="338328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Modeling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2916936"/>
            <a:ext cx="3547872" cy="33832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26080" y="2916936"/>
            <a:ext cx="3419856" cy="3383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ACLGraph 与 ATBGraph。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65392" y="1353312"/>
            <a:ext cx="5321808" cy="1975104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65392" y="1353312"/>
            <a:ext cx="5321808" cy="310896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路径 B  ·  MindIE Motor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38544" y="1737360"/>
            <a:ext cx="1627632" cy="338328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Coordinator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66176" y="1737360"/>
            <a:ext cx="3547872" cy="33832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57616" y="1737360"/>
            <a:ext cx="3419856" cy="3383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路由、限流、实例隔离。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38544" y="2130552"/>
            <a:ext cx="1627632" cy="338328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管控面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66176" y="2130552"/>
            <a:ext cx="3547872" cy="338328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57616" y="2130552"/>
            <a:ext cx="3419856" cy="3383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Controller 与 NodeManager。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38544" y="2523744"/>
            <a:ext cx="1627632" cy="338328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EngineServer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66176" y="2523744"/>
            <a:ext cx="3547872" cy="33832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57616" y="2523744"/>
            <a:ext cx="3419856" cy="3383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北向接 Coordinator、Controller。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38544" y="2916936"/>
            <a:ext cx="1627632" cy="338328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vLLM-Ascend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66176" y="2916936"/>
            <a:ext cx="3547872" cy="33832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57616" y="2916936"/>
            <a:ext cx="3419856" cy="3383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当前唯一南向。前向与组批。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032" y="3401568"/>
            <a:ext cx="841248" cy="9509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KV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33856" y="3401568"/>
            <a:ext cx="3523488" cy="384048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07008" y="3410712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池  MemCache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07008" y="3593592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默认后端。元数据与 DRAM 池。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2813304" y="3785616"/>
            <a:ext cx="164592" cy="146304"/>
          </a:xfrm>
          <a:prstGeom prst="downArrow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33856" y="3931920"/>
            <a:ext cx="3523488" cy="420624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07008" y="3950208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传输  MemFabric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07008" y="4133088"/>
            <a:ext cx="3377184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rdma、sdma、urma、host_shm。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48784" y="3401568"/>
            <a:ext cx="3523488" cy="384048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21936" y="3410712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池  Mooncake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21936" y="3593592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对象层。Conductor 只记位置。</a:t>
            </a:r>
          </a:p>
        </p:txBody>
      </p:sp>
      <p:sp>
        <p:nvSpPr>
          <p:cNvPr id="50" name="Down Arrow 49"/>
          <p:cNvSpPr/>
          <p:nvPr/>
        </p:nvSpPr>
        <p:spPr>
          <a:xfrm>
            <a:off x="6428232" y="3785616"/>
            <a:ext cx="164592" cy="146304"/>
          </a:xfrm>
          <a:prstGeom prst="downArrow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748784" y="3931920"/>
            <a:ext cx="3523488" cy="420624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21936" y="3950208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传输  HIXL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21936" y="4133088"/>
            <a:ext cx="3377184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ascend_direct。DataDist 拉推 KV。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63712" y="3401568"/>
            <a:ext cx="3523488" cy="384048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36864" y="3410712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池  YuanRong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36864" y="3593592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第三种 backend。</a:t>
            </a:r>
          </a:p>
        </p:txBody>
      </p:sp>
      <p:sp>
        <p:nvSpPr>
          <p:cNvPr id="57" name="Down Arrow 56"/>
          <p:cNvSpPr/>
          <p:nvPr/>
        </p:nvSpPr>
        <p:spPr>
          <a:xfrm>
            <a:off x="10043160" y="3785616"/>
            <a:ext cx="164592" cy="146304"/>
          </a:xfrm>
          <a:prstGeom prst="downArrow">
            <a:avLst/>
          </a:prstGeom>
          <a:solidFill>
            <a:srgbClr val="2E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363712" y="3931920"/>
            <a:ext cx="3523488" cy="420624"/>
          </a:xfrm>
          <a:prstGeom prst="rect">
            <a:avLst/>
          </a:prstGeom>
          <a:solidFill>
            <a:srgbClr val="2E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36864" y="3950208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传输  随该后端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36864" y="4133088"/>
            <a:ext cx="3377184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由 AscendStoreConnector 选定。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6032" y="4425696"/>
            <a:ext cx="84124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集合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33856" y="4425696"/>
            <a:ext cx="1554480" cy="292608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HCCL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88336" y="4425696"/>
            <a:ext cx="9198864" cy="292608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98064" y="4425696"/>
            <a:ext cx="9015984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基础库是 HCOMM。服务张量并行与专家并行。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6032" y="4773168"/>
            <a:ext cx="841248" cy="4023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33856" y="4773168"/>
            <a:ext cx="10753344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133856" y="4773168"/>
            <a:ext cx="1554480" cy="402336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SHMEM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98064" y="4773168"/>
            <a:ext cx="8961120" cy="4023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对称内存，给定制算子。默认的 MindIE / vLLM-Ascend 推理不调用。kv_shuffle 只是示例。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6032" y="5248656"/>
            <a:ext cx="841248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运行时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33856" y="5248656"/>
            <a:ext cx="1554480" cy="25603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CANN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688336" y="5248656"/>
            <a:ext cx="9198864" cy="25603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798064" y="5248656"/>
            <a:ext cx="90159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AscendCL、GE、Runtime、算子库、DVPP。推理包是 NNRT。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6032" y="5541264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4A6E"/>
                </a:solidFill>
                <a:latin typeface="Microsoft YaHei"/>
                <a:ea typeface="Microsoft YaHei"/>
                <a:cs typeface="Microsoft YaHei"/>
              </a:rPr>
              <a:t>驱动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33856" y="5541264"/>
            <a:ext cx="1554480" cy="237744"/>
          </a:xfrm>
          <a:prstGeom prst="rect">
            <a:avLst/>
          </a:prstGeom>
          <a:solidFill>
            <a:srgbClr val="2E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HDK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688336" y="5541264"/>
            <a:ext cx="9198864" cy="237744"/>
          </a:xfrm>
          <a:prstGeom prst="rect">
            <a:avLst/>
          </a:prstGeom>
          <a:solidFill>
            <a:srgbClr val="2E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798064" y="5541264"/>
            <a:ext cx="901598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驱动与固件，与 CANN 分版本配套。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56032" y="5815584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硬件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133856" y="5815584"/>
            <a:ext cx="1554480" cy="237744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NPU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688336" y="5815584"/>
            <a:ext cx="9198864" cy="237744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98064" y="5815584"/>
            <a:ext cx="901598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推理任务在昇腾处理器上执行。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8" y="6108192"/>
            <a:ext cx="1161288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按层池化当前只接 MemCache。Conductor 只记位置，字节不经过它。HIXL 覆盖 D2D、D2H、H2D。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MindIE 进程间的 /dev/shm 是主机共享内存里的标志位，和 CANN SHMEM 是两套。文档里的库名是 HCOMM。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昇腾推理软件栈分层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