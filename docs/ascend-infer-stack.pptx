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MindIE 3.1 用户手册 Overview 与 MindIE Motor 3.1 架构说明。MindIE LLM 进入维护，官方建议新部署使用 MindIE Motor 加 vLLM-Ascend。MindIE LLM 自上而下为 Server、LLM Manager、Text Generator、Modeling。LLM Manager 内的 Engine 编排 Scheduler、Executor 和 Worker；Block Manager 管 KV 池。Executor 把调度结果下发给 Text Generator，覆盖跨节点、跨设备。Text Generator 含前处理、Generator、Sampler，并支持可插拔的并行解码。Modeling 提供 ATB Models；开发者架构说明同时支持 ACLGraph 和 ATBGraph。Motor：Coordinator 为数据面入口；Controller 与 NodeManager 为管控面；EngineServer 北向接二者，南向当前仅 vLLM。架构页写明南向接口包括 vLLM、SGLang 和 MindIE，当前版本只支持 vLLM。MindCluster 提供 Kubernetes、PD 分离 CRD 和 Operator，位于调用链外侧。CCAE 可选。CANN 组成沿用方案概述：AscendCL、GE、Runtime、算子库、HCCL、DVPP。推理运行包为 NNRT。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46304"/>
            <a:ext cx="1152144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昇腾  ·  推理软件栈  ·  MindIE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65760"/>
            <a:ext cx="11612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两条推理路径在 CANN 汇合，下面共用 HDK 和 NPU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768096"/>
            <a:ext cx="1161288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新部署走 MindIE Motor，南向当前是 vLLM-Ascend。MindIE LLM 仍保留原生层次，已进入维护。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133856"/>
            <a:ext cx="841248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集群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" y="1133856"/>
            <a:ext cx="1554480" cy="438912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MindCluster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88336" y="1133856"/>
            <a:ext cx="9198864" cy="438912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98064" y="1133856"/>
            <a:ext cx="9015984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调用链外侧。承接两条路径的 Pod、PD 分离 CRD 和故障恢复。可选 CCAE 做算存网运维。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700784"/>
            <a:ext cx="841248" cy="29443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服务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3856" y="1700784"/>
            <a:ext cx="5321808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33856" y="1700784"/>
            <a:ext cx="5321808" cy="310896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 A  ·  MindIE LLM 原生引擎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7008" y="2084832"/>
            <a:ext cx="1627632" cy="58064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084832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2084832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服务入口。Endpoint 兼容 OpenAI、vLLM、Triton、TGI。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07008" y="2720340"/>
            <a:ext cx="1627632" cy="58064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LLM Manager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720340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720340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请求调度与 KV 池。Engine 内含 Scheduler、Block Manager。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7008" y="3355848"/>
            <a:ext cx="1627632" cy="58064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Text Generator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3355848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3355848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前处理、自回归、后处理。Executor 负责跨节点下发。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07008" y="3991356"/>
            <a:ext cx="1627632" cy="580644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Modeling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3991356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3991356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ATB 模型与图执行。后端为 ACLGraph 和 ATBGraph。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5392" y="1700784"/>
            <a:ext cx="5321808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65392" y="1700784"/>
            <a:ext cx="5321808" cy="31089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 B  ·  MindIE Motor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544" y="2084832"/>
            <a:ext cx="1627632" cy="58064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Coordinator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66176" y="2084832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084832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数据面入口。路由、限流、实例隔离。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38544" y="2720340"/>
            <a:ext cx="1627632" cy="580644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管控面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6" y="2720340"/>
            <a:ext cx="3547872" cy="58064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2720340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Controller 管 P/D 身份和故障。NodeManager 拉起节点并上报心跳。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38544" y="3355848"/>
            <a:ext cx="1627632" cy="58064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EngineServer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66176" y="3355848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57616" y="3355848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节点入口。北向接 Coordinator 和 Controller。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38544" y="3991356"/>
            <a:ext cx="1627632" cy="58064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vLLM-Ascend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66176" y="3991356"/>
            <a:ext cx="3547872" cy="580644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57616" y="3991356"/>
            <a:ext cx="3419856" cy="5806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当前版本唯一南向引擎。前向和实例内组批在这里。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" y="4754880"/>
            <a:ext cx="841248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运行时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33856" y="4754880"/>
            <a:ext cx="1554480" cy="51206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CANN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88336" y="4754880"/>
            <a:ext cx="9198864" cy="512064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98064" y="4754880"/>
            <a:ext cx="9015984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AscendCL、GE、Runtime、算子库、HCCL、DVPP。推理运行包用 NNRT。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" y="5321808"/>
            <a:ext cx="8412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E4A6E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3856" y="5321808"/>
            <a:ext cx="1554480" cy="384048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HDK / Driver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88336" y="5321808"/>
            <a:ext cx="9198864" cy="384048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98064" y="5321808"/>
            <a:ext cx="90159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驱动与固件，与 CANN 分版本配套。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" y="5760720"/>
            <a:ext cx="841248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硬件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33856" y="5760720"/>
            <a:ext cx="1554480" cy="38404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昇腾 NPU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88336" y="5760720"/>
            <a:ext cx="9198864" cy="384048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98064" y="5760720"/>
            <a:ext cx="90159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推理任务在昇腾处理器上执行。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2608" y="6199632"/>
            <a:ext cx="1161288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两条路径互不为下层。Motor 不跑模型前向；实例内组批在 LLM Manager，或在 vLLM-Ascend。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EngineServer 的接口写了 vLLM、SGLang 和 MindIE，这一版只支持 vLLM。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昇腾推理软件栈分层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