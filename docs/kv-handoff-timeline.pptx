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时序按 DistServe 的定义：TTFT 是 prefill 阶段，首 token 在 prefill 侧生成；TPOT 从第二个 token 起算。按层搬运见 Splitwise / DéjàVu 以及后续的 SmartGen、BanaServe：算完一层即可送往已经选定的 decode。历史前缀来自 KV 池，只依赖目的地，可与本次 prefill 并行。露出的时间 = max(0, 单条搬运时间 - prefill 计算时间)。DistServe 的平均速率条件：所需带宽 = 每秒完成的 prefill 条数 × 单条 KV 字节 × 8。OPT-66B、512 token 约 1.13 GB，10 次/秒约合 90 Gbps，低于此带宽则排队积累。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PD 分离  ·  KV 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521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搬运的时序：谁依赖谁，哪一段露在外面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13232"/>
            <a:ext cx="64008" cy="32918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76656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目的地先选定。首 token 由 prefill 返回。按层送出的 KV 能被后续计算盖住；盖不住的最后一段，出现在第一个字和第二个字之间。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664208" y="1170432"/>
            <a:ext cx="6236208" cy="3456432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0416" y="1170432"/>
            <a:ext cx="3749040" cy="3456432"/>
          </a:xfrm>
          <a:prstGeom prst="rect">
            <a:avLst/>
          </a:prstGeom>
          <a:solidFill>
            <a:srgbClr val="F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170432"/>
            <a:ext cx="623620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被 prefill 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1170432"/>
            <a:ext cx="3749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露出，可优化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444752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选定目的地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029968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Prefill 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779776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本次 KV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3364992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历史前缀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4114800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1517904"/>
            <a:ext cx="941831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选定 decode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2084832"/>
            <a:ext cx="1261872" cy="40233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59" y="2084832"/>
            <a:ext cx="1261872" cy="40233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0952" y="2084832"/>
            <a:ext cx="1261872" cy="40233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544" y="2084832"/>
            <a:ext cx="1261872" cy="40233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117043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首 token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2834640"/>
            <a:ext cx="1261872" cy="402336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0952" y="2834640"/>
            <a:ext cx="1261872" cy="402336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2834640"/>
            <a:ext cx="1261872" cy="402336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2834640"/>
            <a:ext cx="1261872" cy="402336"/>
          </a:xfrm>
          <a:prstGeom prst="rect">
            <a:avLst/>
          </a:prstGeom>
          <a:solidFill>
            <a:srgbClr val="B0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4  露出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2016" y="2834640"/>
            <a:ext cx="905255" cy="402336"/>
          </a:xfrm>
          <a:prstGeom prst="rect">
            <a:avLst/>
          </a:prstGeom>
          <a:solidFill>
            <a:srgbClr val="F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气泡可压短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5768" y="3438144"/>
            <a:ext cx="3877056" cy="365760"/>
          </a:xfrm>
          <a:prstGeom prst="rect">
            <a:avLst/>
          </a:prstGeom>
          <a:solidFill>
            <a:srgbClr val="8C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历史前缀并行加载，不依赖本次逐层计算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0416" y="4187952"/>
            <a:ext cx="2331720" cy="36576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等待 KV 到齐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87000" y="4187952"/>
            <a:ext cx="1307592" cy="365760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2542032"/>
            <a:ext cx="518464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依赖：某一层算完，才能送出这一层的 KV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416" y="387705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依赖：KV 到齐，才能开算第 2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1444752"/>
            <a:ext cx="5093208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依赖：目的地选定之后，本次 KV 与历史前缀才能开搬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6700" y="1408176"/>
            <a:ext cx="27432" cy="3218688"/>
          </a:xfrm>
          <a:prstGeom prst="rect">
            <a:avLst/>
          </a:prstGeom>
          <a:solidFill>
            <a:srgbClr val="B0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5074920"/>
            <a:ext cx="382005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5074920"/>
            <a:ext cx="73152" cy="117043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5148072"/>
            <a:ext cx="352745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被盖住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5440680"/>
            <a:ext cx="35274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KV 1 到 KV 3 的搬运，落在后面几层的计算时间里。用户等到的首 token，仍等于 prefill 加排队。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5818" y="5074920"/>
            <a:ext cx="382005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5818" y="5074920"/>
            <a:ext cx="73152" cy="1170432"/>
          </a:xfrm>
          <a:prstGeom prst="rect">
            <a:avLst/>
          </a:prstGeom>
          <a:solidFill>
            <a:srgbClr val="B0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8698" y="5148072"/>
            <a:ext cx="352745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露出，可优化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8698" y="5440680"/>
            <a:ext cx="35274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最后一层要等算完才能送，所以伸到首 token 之后。带宽变低、KV 变大、多条同时搬，气泡在这里变长。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5604" y="5074920"/>
            <a:ext cx="382005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5604" y="5074920"/>
            <a:ext cx="73152" cy="1170432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8484" y="5148072"/>
            <a:ext cx="352745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露出落在哪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8484" y="5440680"/>
            <a:ext cx="35274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首 token 已经返回时，这段进第一个 TPOT。若改成等 KV 到齐才吐首字，同一段进入 TTFT。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" y="6446520"/>
            <a:ext cx="11612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露出的时间 = max(0, 单条搬运时间 - prefill 计算时间)。图中每层搬运与每层计算等长，所以露出正好是最后一层；搬运更慢时，气泡再往右长。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交接时序：依赖与露出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