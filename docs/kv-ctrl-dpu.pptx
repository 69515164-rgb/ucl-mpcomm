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段描述来自 TransferEngine 元数据 mooncake/ram/[segment]，缓冲项含 addr、length、rkey 数组，设备项含 name、lid、gid。rpc_meta 另有 ip_or_host_name 和 rpc_port，握手前用来找到对端。HandShakeDesc 含 local_nic_path、local_lid、local_gid、peer_nic_path、qp_num、ready_ack、reply_msg。MC_HANDSHAKE_CONNECT_TIMEOUT 默认 5 秒，是连不上时的上限。MC_HANDSHAKE_MAX_LENGTH 默认 1 MB，限制的是建连报文，不是每条 KV。段描述会缓存在本端。MC_TE_METADATA_REFRESH_INTERVAL_SECONDS 默认 0，不后台刷新。vLLM MooncakeConnector 的 receive_kv 先把 MooncakeAgentMetadata 经 ZMQ 发给 Prefill，字段有 remote_hostname、remote_port、kv_caches_base_addr、block_ids、request_ids。Prefill 算出目的地址后才 batch_transfer_sync_write。Mooncake Store 的 GetReplicaList 返回 replicas、lease_ttl_ms。MEMORY 副本带 transport_endpoint 和 buffer_address。PutStart 分配缓冲并把副本标为 PROCESSING，PutEnd 才标 COMPLETE。因此稳态下挡在数据面前面的软件往返，是 PD 的地址消息，或池化路径的 Master RPC。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交叉点按十进制计算：0.2 ms 乘 100 GB/s 等于 2e7 字节，约 20 MB。这是判断用的数量级，不是 Mooncake 的实测控制面时延。vLLM-Omni 文档记载，H800 加 mlx5_0、约 186 MB KV，MooncakeTransferEngineConnector 的墙钟约 14 ms，MooncakeStoreConnector 约 810 ms。14 ms 含控制面。若地址 RPC 在亚毫秒，它在这 186 MB 里只占个位数百分比；若 Master 排到接近 10 ms，就和传输同量级。数据面已经是 RNIC 对已注册内存的 DMA。DPU 与这张网卡是同一块芯片时，ARM 核可以持有描述符缓存并代发 post_send，DMA 仍走原网卡。DPU 作为独立一跳放在 GPU 与 RNIC 之间时，HBM 上的 KV 会多一次搬运。LOCAL_DISK 路径今天由持有节点把 SSD 读入 ClientBuffer，再被对端 RDMA READ。这块暂存和盘读适合放到带本地 NVMe 的 DPU。Mooncake 当前代码没有把这条控制面卸到 DPU。上面说的是可落地的切分，不是已有功能。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326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KV    ·    控制面载荷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29184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每次挡住数据面的，是这条 KV 的目标地址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4630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0.2 ms 与 100 GB/s 是估算用的数量级    ·    186 MB / 14 ms 来自 vLLM-Omni 在 H800 + mlx5 上的公开墙钟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786384"/>
            <a:ext cx="11430000" cy="3657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786384"/>
            <a:ext cx="1117396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内存注册、rkey 和 QP 只挡第一次。预热之后，post_send 前面只剩这次传输的目的地址。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298448"/>
          <a:ext cx="114300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562356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控制消息</a:t>
                      </a:r>
                    </a:p>
                  </a:txBody>
                  <a:tcPr marL="73152" marR="54864" marT="36576" marB="27432" anchor="ctr">
                    <a:solidFill>
                      <a:srgbClr val="0E2A47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交换的信息</a:t>
                      </a:r>
                    </a:p>
                  </a:txBody>
                  <a:tcPr marL="73152" marR="54864" marT="36576" marB="27432" anchor="ctr">
                    <a:solidFill>
                      <a:srgbClr val="0E2A47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何时挡在 post_send 前</a:t>
                      </a:r>
                    </a:p>
                  </a:txBody>
                  <a:tcPr marL="73152" marR="54864" marT="36576" marB="27432" anchor="ctr">
                    <a:solidFill>
                      <a:srgbClr val="0E2A47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段描述 mooncake/ram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addr、length、每张网卡一个 rkey，以及 lid、gid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第一次 openSegment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QP 握手</a:t>
                      </a:r>
                    </a:p>
                  </a:txBody>
                  <a:tcPr marL="73152" marR="54864" marT="36576" marB="27432" anchor="ctr">
                    <a:solidFill>
                      <a:srgbClr val="F4F7FA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nic path、qp_num、lid、gid、ready_ack</a:t>
                      </a:r>
                    </a:p>
                  </a:txBody>
                  <a:tcPr marL="73152" marR="54864" marT="36576" marB="27432" anchor="ctr">
                    <a:solidFill>
                      <a:srgbClr val="F4F7FA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该对端的第一条连接</a:t>
                      </a:r>
                    </a:p>
                  </a:txBody>
                  <a:tcPr marL="73152" marR="54864" marT="36576" marB="27432" anchor="ctr">
                    <a:solidFill>
                      <a:srgbClr val="F4F7FA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 的 ZMQ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hostname、rpc_port、目的 kv base、block id、长度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每一次读前缀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GetReplicaList / PutStart</a:t>
                      </a:r>
                    </a:p>
                  </a:txBody>
                  <a:tcPr marL="73152" marR="54864" marT="36576" marB="27432" anchor="ctr">
                    <a:solidFill>
                      <a:srgbClr val="F4F7FA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key、endpoint、buffer_address、租约或 PROCESSING</a:t>
                      </a:r>
                    </a:p>
                  </a:txBody>
                  <a:tcPr marL="73152" marR="54864" marT="36576" marB="27432" anchor="ctr">
                    <a:solidFill>
                      <a:srgbClr val="F4F7FA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每一次池化读或写</a:t>
                      </a:r>
                    </a:p>
                  </a:txBody>
                  <a:tcPr marL="73152" marR="54864" marT="36576" marB="27432" anchor="ctr">
                    <a:solidFill>
                      <a:srgbClr val="F4F7FA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CQ / TRANS_DONE / PutEnd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完成状态，或副本改为 COMPLETE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A63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在数据面之后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  <a:lnL>
                      <a:solidFill>
                        <a:srgbClr val="D6DCE2"/>
                      </a:solidFill>
                    </a:lnL>
                    <a:lnR>
                      <a:solidFill>
                        <a:srgbClr val="D6DCE2"/>
                      </a:solidFill>
                    </a:lnR>
                    <a:lnT>
                      <a:solidFill>
                        <a:srgbClr val="D6DCE2"/>
                      </a:solidFill>
                    </a:lnT>
                    <a:lnB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102352"/>
            <a:ext cx="11430000" cy="133502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102352"/>
            <a:ext cx="11137392" cy="1335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TransferRequest 不出网。它留在发起方，字段是 opcode、source、segment、offset、length。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RDMA 工作请求里的远端地址和 rkey 是数据面描述符，随 post_send 交给本端网卡，不再做一次软件往返。imm_data 为 0。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ZMQ 在 WRITE 之后回的 TRANS_DONE，以及 Master 上的 PutEnd，挡住的是下一步 attention 或后续读者，不挡住这一次发送。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326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KV    ·    这段等待与 DPU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29184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长前缀的时间在数据面，短块才被地址等待盖过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4630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0.2 ms 与 100 GB/s 是估算用的数量级    ·    186 MB / 14 ms 来自 vLLM-Omni 在 H800 + mlx5 上的公开墙钟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786384"/>
            <a:ext cx="11430000" cy="3657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786384"/>
            <a:ext cx="1117396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控制消息是 KB 级。每次传输前都要先完成这一次往返，这个来回才会成为瓶颈。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98448"/>
            <a:ext cx="5632704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7160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664207"/>
            <a:ext cx="5340096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T_data = KV 字节 / 有效带宽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地址 RPC 的时间记为 T_ctrl。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T_ctrl 大于 T_data 时，这段等待盖过传输。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估算：T_ctrl 取 0.2 ms，带宽取 100 GB/s，交叉点约 20 MB。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公开墙钟：约 186 MB 的 KV，TransferEngine 路径约 14 ms。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98448"/>
            <a:ext cx="5632704" cy="2331720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谁会真的挡住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64207"/>
            <a:ext cx="5340096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长前缀，几百 MB 到数 GB，时间在网卡搬字节。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单层、少量 block，传输落到 20 MB 以下，一次地址往返就占大头。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冷握手不在稳态路径上。连不上时的上限是 5 秒。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Master 排队随 QPS 变长，和 KV 大小无关。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67328"/>
            <a:ext cx="5632704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84048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DPU 上值得放的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133088"/>
            <a:ext cx="5340096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段描述和 QP 的缓存，主机不再做冷握手。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ZMQ 与 Master RPC 由 DPU 代收，再向同一张网卡 post WR。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SSD 暂存放 DPU：本地 NVMe 读进 DPU 内存，RDMA 从这里发。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767328"/>
            <a:ext cx="5632704" cy="1828800"/>
          </a:xfrm>
          <a:prstGeom prst="roundRect">
            <a:avLst/>
          </a:prstGeom>
          <a:solidFill>
            <a:srgbClr val="F8F1E4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84048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地址到达之前，DPU 也要等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133088"/>
            <a:ext cx="5340096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目的地址还没到，就不能 post_send。DPU 只能缓存，或与上一笔重叠。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KV 已在 GPU HBM。先搬进 DPU 再上网，会多一次拷贝。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PutStart 的分配和租约仍由 Master 裁决，DPU 只做代发。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 KV 控制面载荷、等待与 DPU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