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AS-IS 画的是为拉高 batch，把 DDR 池做成跨卡共享，并且每次换入换出都向 Master 要地址。三张 Decode 卡经控制面把块 id、字节数、方向送入 Master 内部队列。Master 出队时返回池内偏移、长度、租约。总线平面的 DMA 由 Decode 卡发往直挂的 DDR 池，发生在出队之后。KV 字节不进入 Master。估算：4 MB / 64 GB/s 约 0.06 ms；不排队的往返按 0.2 ms。一步 20 ms、batch 32、每请求换入换出各一块，单卡约 3200 次/秒，8 卡约 2.6 万次/秒。单线程按 50 us 服务约 2 万次/秒，队列变长。TO-BE 中块表保存偏移和租约。热路径是 Decode 卡到 DDR 池的总线 DMA，Master 队列不在这条路径上。控制面只在新块第一次进池、块释放、租约到期时进入 Master。当前 vLLM OffloadingConnector 和 SGLang HiCache L2 的本机 host DDR 已经是进程内块表，形态接近右侧，没有左侧这跳。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28016"/>
            <a:ext cx="87782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拉高 batch    ·    控制面海军蓝    ·    总线平面青色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29184"/>
            <a:ext cx="1060704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热路径从 Master 排队，改成直走总线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78440" y="146304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  / 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749808"/>
            <a:ext cx="11430000" cy="32918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749808"/>
            <a:ext cx="11173968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左为 AS-IS：每次 swap 进 Master 排队，出队后才 DMA。右为 TO-BE：块表已有偏移，热路径只走总线。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170432"/>
            <a:ext cx="5559552" cy="292608"/>
          </a:xfrm>
          <a:prstGeom prst="round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170432"/>
            <a:ext cx="5340096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AS-IS    每次 swap 都进 Master 排队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2784" y="1170432"/>
            <a:ext cx="5559552" cy="292608"/>
          </a:xfrm>
          <a:prstGeom prst="round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170432"/>
            <a:ext cx="5340096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TO-BE    热路径只走总线平面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1572768"/>
            <a:ext cx="1874519" cy="62179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609344"/>
            <a:ext cx="1764791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Decode 卡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1847088"/>
            <a:ext cx="1764791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换入 / 换出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414016" y="1755648"/>
            <a:ext cx="420624" cy="219456"/>
          </a:xfrm>
          <a:prstGeom prst="rightArrow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75488" y="2286000"/>
            <a:ext cx="1874519" cy="62179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322576"/>
            <a:ext cx="1764791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Decode 卡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2560320"/>
            <a:ext cx="1764791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换入 / 换出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414016" y="2468880"/>
            <a:ext cx="420624" cy="219456"/>
          </a:xfrm>
          <a:prstGeom prst="rightArrow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999232"/>
            <a:ext cx="1874519" cy="62179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035808"/>
            <a:ext cx="1764791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Decode 卡 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3273552"/>
            <a:ext cx="1764791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换入 / 换出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414016" y="3182112"/>
            <a:ext cx="420624" cy="219456"/>
          </a:xfrm>
          <a:prstGeom prst="rightArrow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889504" y="1572768"/>
            <a:ext cx="2907792" cy="20482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2A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9232" y="1627632"/>
            <a:ext cx="2688336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Master 节点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99232" y="1883664"/>
            <a:ext cx="2688336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控制面队列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17520" y="2121408"/>
            <a:ext cx="486460" cy="3291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17520" y="2121408"/>
            <a:ext cx="4864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卡1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58844" y="2121408"/>
            <a:ext cx="486460" cy="3291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58844" y="2121408"/>
            <a:ext cx="4864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卡2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00169" y="2121408"/>
            <a:ext cx="486460" cy="3291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00169" y="2121408"/>
            <a:ext cx="4864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卡3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41494" y="2121408"/>
            <a:ext cx="486460" cy="3291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41494" y="2121408"/>
            <a:ext cx="4864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…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82819" y="2121408"/>
            <a:ext cx="486460" cy="3291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82819" y="2121408"/>
            <a:ext cx="4864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卡N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99232" y="2505456"/>
            <a:ext cx="2688336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入队：块 id、字节数、换入或换出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出队：池内偏移、长度、租约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99232" y="2999232"/>
            <a:ext cx="2688336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多卡同时 swap，队列变长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DMA 约 0.06 ms，往返按 0.2 ms</a:t>
            </a:r>
          </a:p>
        </p:txBody>
      </p:sp>
      <p:sp>
        <p:nvSpPr>
          <p:cNvPr id="39" name="Down Arrow 38"/>
          <p:cNvSpPr/>
          <p:nvPr/>
        </p:nvSpPr>
        <p:spPr>
          <a:xfrm>
            <a:off x="2926080" y="3694176"/>
            <a:ext cx="256032" cy="256032"/>
          </a:xfrm>
          <a:prstGeom prst="downArrow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18688" y="365760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出队后才走总线平面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5488" y="4023360"/>
            <a:ext cx="5321808" cy="713232"/>
          </a:xfrm>
          <a:prstGeom prst="roundRect">
            <a:avLst/>
          </a:prstGeom>
          <a:solidFill>
            <a:srgbClr val="E7F3F2"/>
          </a:solidFill>
          <a:ln w="12700">
            <a:solidFill>
              <a:srgbClr val="0E7A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3504" y="40782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DDR 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" y="43525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直挂总线。KV 按偏移 DMA 进来，字节不进 Master。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0" y="1572768"/>
            <a:ext cx="1700784" cy="621792"/>
          </a:xfrm>
          <a:prstGeom prst="roundRect">
            <a:avLst/>
          </a:prstGeom>
          <a:solidFill>
            <a:srgbClr val="E7F3F2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55664" y="1609344"/>
            <a:ext cx="1591056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Decode 卡 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55664" y="1847088"/>
            <a:ext cx="1591056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块表里已有偏移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3024" y="1572768"/>
            <a:ext cx="1700784" cy="621792"/>
          </a:xfrm>
          <a:prstGeom prst="roundRect">
            <a:avLst/>
          </a:prstGeom>
          <a:solidFill>
            <a:srgbClr val="E7F3F2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47888" y="1609344"/>
            <a:ext cx="1591056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Decode 卡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47888" y="1847088"/>
            <a:ext cx="1591056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块表里已有偏移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85248" y="1572768"/>
            <a:ext cx="1700784" cy="621792"/>
          </a:xfrm>
          <a:prstGeom prst="roundRect">
            <a:avLst/>
          </a:prstGeom>
          <a:solidFill>
            <a:srgbClr val="E7F3F2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40112" y="1609344"/>
            <a:ext cx="1591056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Decode 卡 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40112" y="1847088"/>
            <a:ext cx="1591056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块表里已有偏移</a:t>
            </a:r>
          </a:p>
        </p:txBody>
      </p:sp>
      <p:sp>
        <p:nvSpPr>
          <p:cNvPr id="53" name="Down Arrow 52"/>
          <p:cNvSpPr/>
          <p:nvPr/>
        </p:nvSpPr>
        <p:spPr>
          <a:xfrm>
            <a:off x="8851392" y="2267712"/>
            <a:ext cx="256032" cy="237744"/>
          </a:xfrm>
          <a:prstGeom prst="downArrow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62288" y="2231136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总线平面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00800" y="2578608"/>
            <a:ext cx="5303520" cy="960120"/>
          </a:xfrm>
          <a:prstGeom prst="roundRect">
            <a:avLst/>
          </a:prstGeom>
          <a:solidFill>
            <a:srgbClr val="E7F3F2"/>
          </a:solidFill>
          <a:ln w="12700">
            <a:solidFill>
              <a:srgbClr val="0E7A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47104" y="2670048"/>
            <a:ext cx="5010912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DDR 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47104" y="2980944"/>
            <a:ext cx="501091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热路径。三张卡按自己块表里的偏移做 DMA。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不等待 Master。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400800" y="3675887"/>
            <a:ext cx="5303520" cy="1060704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28816" y="373075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Master 节点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0" y="3730752"/>
            <a:ext cx="2871216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热路径上没有这条队列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547104" y="4041648"/>
            <a:ext cx="740664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47104" y="4041648"/>
            <a:ext cx="740664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新块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42631" y="4041648"/>
            <a:ext cx="740664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42631" y="4041648"/>
            <a:ext cx="740664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释放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38160" y="4041648"/>
            <a:ext cx="740664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38160" y="4041648"/>
            <a:ext cx="740664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租约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97696" y="404164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控制面只收这三类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47104" y="4407408"/>
            <a:ext cx="501091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再问一次，返回的仍是块表里的同一行偏移和租约。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65760" y="4901184"/>
            <a:ext cx="11466576" cy="1536192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12064" y="4992624"/>
            <a:ext cx="11173968" cy="1353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AS-IS：每次 swap 经控制面入队。入队是块 id、字节数、换入或换出。出队是池内偏移、长度、租约。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总线 DMA 在出队之后。4 MB、64 GB/s 时约 0.06 ms；往返按 0.2 ms，多卡排队后控制面先饱和。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TO-BE：偏移和租约留在卡上。热路径只有总线。Master 只在新块进池、块释放、租约到期时出现。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84048" y="6601968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跨卡共享的 DDR 池才有左侧 Master    ·    单机进程内的 host DDR 块表走右侧    ·    0.06 ms / 0.2 ms 为估算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DDR 池直挂总线的 AS-IS 与 TO-BE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