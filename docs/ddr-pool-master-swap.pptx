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这页描述的是一个为拉高 batch 而把 DDR 池做成跨卡共享、并由 Master 发放池内偏移的设计。数据面是 Decode 卡经总线对 DDR 池做 DMA，KV 字节不进 Master。控制面每次如果都走，Decode 送出块 id、字节数、换入或换出；Master 返回池内偏移、长度、租约。地址写进卡上块表之后，租约未到期且块未被释放时，换入换出只查块表。有必要再问 Master 的是三类事件：新块第一次进池、块从池中释放、租约到期。估算：4 MB / 64 GB/s 约 0.06 ms。不排队的一次 RPC 按 0.2 ms。一步 20 ms、batch 32、每请求换入换出各一块时，单卡约 3200 次/秒；8 卡约 2.6 万次/秒，单线程 Master 按 50 us 服务约 2 万次/秒，队列会涨。当前 vLLM OffloadingConnector 与 SGLang HiCache L2 的 host DDR 是进程内块表，路径上没有这跳 Master。MooncakeStore 的 PutStart / GetReplicaList 用在跨节点对象池的写入和未命中读取，不是每个 decode step 的换入换出。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28016"/>
            <a:ext cx="950976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DDR 池直挂总线    ·    拉高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2918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每次都问 Master，换入换出会被控制面堵住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463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768096"/>
            <a:ext cx="11430000" cy="365760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768096"/>
            <a:ext cx="11173968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HBM 只留当前 batch 的工作集。其余 KV 在直挂总线的 DDR 池。KV 字节走 DMA，Master 只发池内偏移和租约。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243584"/>
            <a:ext cx="5632704" cy="310896"/>
          </a:xfrm>
          <a:prstGeom prst="round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43584"/>
            <a:ext cx="537667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每次 swap 都问    控制面堵住 DMA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243584"/>
            <a:ext cx="5632704" cy="310896"/>
          </a:xfrm>
          <a:prstGeom prst="round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243584"/>
            <a:ext cx="537667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块还在池里    只查卡上的块表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1664208"/>
            <a:ext cx="5340096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190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 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5120640" cy="2560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要换入或换出一块 KV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440180" y="2395728"/>
            <a:ext cx="201168" cy="256032"/>
          </a:xfrm>
          <a:prstGeom prst="down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4500" y="2322576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块 id，字节数，换入或换出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743200"/>
            <a:ext cx="5340096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9806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72384"/>
            <a:ext cx="5120640" cy="2560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查目录，分配或续租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40180" y="3474720"/>
            <a:ext cx="201168" cy="256032"/>
          </a:xfrm>
          <a:prstGeom prst="down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4500" y="3401568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池内偏移，长度，租约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822191"/>
            <a:ext cx="5340096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77055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Decode 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51376"/>
            <a:ext cx="5120640" cy="2560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拿到地址后才发 DMA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440180" y="4553712"/>
            <a:ext cx="201168" cy="256032"/>
          </a:xfrm>
          <a:prstGeom prst="down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14500" y="4480560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KV 字节，走总线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4901184"/>
            <a:ext cx="5340096" cy="65836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5604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DDR 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30368"/>
            <a:ext cx="5120640" cy="2560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按偏移读写这块 KV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7648" y="1664208"/>
            <a:ext cx="5340096" cy="841248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17190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Decode 卡 · 块表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1993392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已有池内偏移、长度和租约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7237476" y="2615184"/>
            <a:ext cx="201168" cy="256032"/>
          </a:xfrm>
          <a:prstGeom prst="down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1796" y="2542032"/>
            <a:ext cx="3246120" cy="40233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KV 字节，走总线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7648" y="2980944"/>
            <a:ext cx="5340096" cy="768096"/>
          </a:xfrm>
          <a:prstGeom prst="roundRect">
            <a:avLst/>
          </a:prstGeom>
          <a:solidFill>
            <a:srgbClr val="E7F3F2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303580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DDR 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3310127"/>
            <a:ext cx="5120640" cy="3657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按块表里的偏移读写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3895344"/>
            <a:ext cx="5340096" cy="16642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3986784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4315968"/>
            <a:ext cx="4974336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这次没有消息。租约未到期，块也未被释放。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再问一次，返回的仍是块表里的同一行。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5907024"/>
            <a:ext cx="11430000" cy="603504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5907024"/>
            <a:ext cx="11173968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有必要再问的时机：新块第一次进池、块从池中释放、租约到期。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一块 4 MB、总线 64 GB/s 时 DMA 约 0.06 ms。一次往返按 0.2 ms 计，多卡排队后更长，先于总线饱和。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583680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跨卡共享的 DDR 池才设 Master    ·    单机进程内的 host DDR 块表不走这跳    ·    0.06 ms / 0.2 ms 是估算量级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DDR 池直挂总线时 Decode 与 Master 的交互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