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o-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dmission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afety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vs-t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