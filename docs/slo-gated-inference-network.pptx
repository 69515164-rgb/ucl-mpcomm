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slo-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admission-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safety-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vs-tp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