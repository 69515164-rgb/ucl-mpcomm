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1.6T 来自 V4-Pro 论文 arXiv:2606.19348：61 层，隐藏 7168，384 个路由专家，中间维 3072，每 token 激活 6 个，激活参数 49B。单个路由专家在全部层上是 3×7168×3072×61 = 4.030×10^9。384 个专家为 1.547×10^12，总参数 1.600×10^12 减去这一项，其余 5.260×10^10 含共享专家、注意力、mHC、词表和 MTP。10T 把专家数解成 2469，总参数 = 2469×4.030×10^9 + 5.260×10^10 = 1.000×10^13。FP4 容量 = 2469×4.030×10^9×0.5 字节 = 4.975 TB。640 GB 卡下限是 ceil(4.975 TB / 640 GB) = 8。单 token 通信量 6×3×7168×61 = 7.87×10^6 字节，专家总数变了，每 token 仍只派 6 个，所以通信量不变。后面三页不用 640 GB 这套卡，改用 96 GB、128 卡超节点。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单请求不跨副本。增加 Prefill 节点是多放几份 128 卡副本，提高并发，不缩短这一条的 TTFT。注意力在机内 8 卡做 TP，16 个节点是 16 路 DP。MoE 把 2469 个专家铺到 128 卡，每卡约 19.3 个。时间模型：max(计算, 读权重) + 把 KV 送到 Decode。S 到两百万时，每卡上的矩阵行数远超 16，Cube 对齐效率按 1 计。在 S=2084306：indexer 4.29s，HCA 2.22s，专家 1.89s，投影 1.30s，稀疏注意力 0.30s，合计计算 10.00s。读权重 14.2 ms，KV 搬运 2.0 ms。若只留 S² 两项，10 秒能写到约 2.58×10^6；线性项占掉约 3.5 秒，输入收到 2.08×10^6。带宽 80%：访存 3.2 TB/s，参数面 40 GB/s。这两笔相对 10 秒可以忽略，所以 80% 不改变最大输入。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 与 Prefill 用同一份 128 卡副本：注意力 TP=8、DP=16，MoE EP=128。加 Decode 节点是多副本，单副本的 TPOT 不变。一步 = 注意力侧最长的一笔 + 专家侧最长的一笔。注意力侧在计算、读 KV、机内 allreduce 里取最大。专家侧在计算、读权重、EP combine 里取最大。命中率 = 1 − exp(−6×BS / 2469)。BS=231 时为 43%。最忙卡专家数 = 均值 + 2 个标准差，约 12.6，封顶 19.3。读权重 (12.6×2.015 GB + 4.03 GB) / 3.2 TB/s = 9.2 ms。全部路由专家加共享专家是 13.4 ms，超过 10 ms，所以不能把专家表一次扫完。专家计算受 Cube 对齐拖累：1.3 token 按 16 行砖，效率 8%，时间 2.6 ms，仍短于读权重。机内 allreduce：ceil(231/16)=15 条，每条 7168×2 字节，环上每层 2×7/8，61 层除以 40 GB/s = 0.57 ms。输入加长后，注意力计算和 KV 读取变多，读权重能占用的额度变少，批从 231 降到 179。在最大输入上，读权重 8.2 ms，注意力计算 1.8 ms，相加仍约 10 ms。从主机换入一个专家：2.015 GB / (64 GB/s×80%) ≈ 39 ms，放不进 10 ms 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毫秒用的切分与 10 毫秒相同：TP=8，DP=16，EP=128，128 卡一份副本。BS=6928 时 6×6928/2469 ≈ 16.8，命中率 1−exp(−16.8) 已经是 1，每卡 19.3 个专家全醒。读权重因此停在整表扫描：(38.9 GB + 4.03 GB) / 3.2 TB/s = 13.4 ms。机内 allreduce：ceil(6928/16)=433 条，payload=433×7168×2，环上每层 2×7/8，乘 61 层，除以 40 GB/s = 16.6 ms。两项相加 30.0 ms。专家 combine 只有 0.9 ms，所以 30 毫秒的通信限制在机内 8 卡，不在 128 卡专家域。专家计算 11.9 ms：每专家约 17 个 token，ceil(17/16)×16=32，效率 17/32=53%。显存：每卡 96 − 38.9 − 4.03 − 2.42 − 6 = 44.7 GB，128 卡共 5.72 TB。每条 KV = S×4939.5 B + 4.50 MB。1×10^6 时约 4.94 GB，能放 1156 条，这一步 18.2 ms，30 ms 还没用完。2.08×10^6 时约 10.3 GB，能放 555 条，这一步 18.1 ms。1×10^6 的 30 毫秒搜索结果被显存上限截断，批等于 1156，时间 18.2 ms。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模型结构    ·    1.6T 论文到 10T 外推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同一骨架，只加路由专家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单请求一份 128 卡副本    ·    访存与通信取峰值的 80%    ·    计算按 Cube 16 行对齐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822960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1.6T 是 V4-Pro 论文原模型。10T 沿用层数、隐藏和中间维，用路由专家个数把总参数对齐到 10^13。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170432"/>
          <a:ext cx="11430000" cy="4443984"/>
        </p:xfrm>
        <a:graphic>
          <a:graphicData uri="http://schemas.openxmlformats.org/drawingml/2006/table">
            <a:tbl>
              <a:tblPr firstRow="1"/>
              <a:tblGrid>
                <a:gridCol w="1965960"/>
                <a:gridCol w="2880360"/>
                <a:gridCol w="2331720"/>
                <a:gridCol w="42519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1.6T  论文 V4-Pro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10T  外推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总参数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1.600×10^12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1.000×10^13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DeepSeek 未发布 10T，本档是外推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×6.43。增量全部记在专家个数上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激活参数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4.9×10^10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仍激活 6 个路由专家 + 1 个共享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激活比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3.06%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0.49%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专家表变大，单 token 激活不变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FP4 专家表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 TB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4.975 TB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单个专家全层 2.015 GB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 / 隐藏 / 中间维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7168 / 3072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外推不动这三项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m=4，topk=1024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 m′=128，滑窗 128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CSA、31 层 HCA。KV 仍是 4939.5 B/token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token 专家通信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7.87×10^6 字节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同左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× 3 × 7168 × 61，与专家总数无关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640 GB 卡下限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张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张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只按 FP4 专家表容量。时延分析改用 96 GB × 128 卡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742432"/>
            <a:ext cx="11430000" cy="731520"/>
          </a:xfrm>
          <a:prstGeom prst="roundRect">
            <a:avLst/>
          </a:prstGeom>
          <a:solidFill>
            <a:srgbClr val="F8F1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37392" cy="658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外推式：总参数 = 专家数 × 4.030×10^9 + 5.260×10^10。单个专家 = 3 × 7168 × 3072 × 61。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依据是 V3 到 V4-Pro 的增量主要进专家表。层数、隐藏、中间维一起放大的另一案约 8.9T，注意力超参定不下来，不收进本表。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TTFT ≤ 10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秒对应的最大输入是 2.08×10^6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  / 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单请求一份 128 卡副本    ·    访存与通信取峰值的 80%    ·    计算按 Cube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38912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一条请求放在一个 128 卡副本上。计算 10.0 秒，读权重 14.2 毫秒，送 KV 2.0 毫秒。S² 占 6.51 秒，线性项占 3.49 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6692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572768"/>
          <a:ext cx="11430000" cy="2377440"/>
        </p:xfrm>
        <a:graphic>
          <a:graphicData uri="http://schemas.openxmlformats.org/drawingml/2006/table">
            <a:tbl>
              <a:tblPr firstRow="1"/>
              <a:tblGrid>
                <a:gridCol w="1417320"/>
                <a:gridCol w="4937760"/>
                <a:gridCol w="507492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TP=8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个节点做 DP=16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超节点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一份模型铺满 128 卡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通信域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卡 fullmesh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40 GB/s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卡 D2D 总线，有效 320 GB/s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走参数面，有效 40 GB/s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每卡权重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注意力等 19.35 GB / 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 2.42 GB FP8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 19.3 个，38.9 GB FP4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共享专家 4.03 GB，每卡一份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本阶段角色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S² 来自 indexer 和 HCA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决定输入能写多长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 随 token 线性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到这个长度约占 1.89 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84048" y="4041648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 秒怎么落到这个输入长度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4279392"/>
          <a:ext cx="11430000" cy="2084832"/>
        </p:xfrm>
        <a:graphic>
          <a:graphicData uri="http://schemas.openxmlformats.org/drawingml/2006/table">
            <a:tbl>
              <a:tblPr firstRow="1"/>
              <a:tblGrid>
                <a:gridCol w="1554480"/>
                <a:gridCol w="6903720"/>
                <a:gridCol w="2971800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这一笔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= 2.08×10^6 时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indexer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× 2048 × S²，除以 128 × 486×10^12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4.29 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层 × 1024 × S²，除以同一算力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2.22 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5.64×10^10 FLOP × 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 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3.87×10^10 FLOP × 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 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稀疏注意力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看 1024 条压缩 KV + 128 滑窗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0.30 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 + 送 KV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每卡约 45 GB / 3.2 TB/s；KV 10.3 GB / (128×40 GB/s)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14.2 毫秒 + 2.0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计算和读权重取长的一项，再加送 KV。S 再大，前两行先超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秒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10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毫秒、短输入，全局批 231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3  / 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单请求一份 128 卡副本    ·    访存与通信取峰值的 80%    ·    计算按 Cube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38912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10 毫秒里 9.2 毫秒在读被叫醒的专家，0.8 毫秒在读注意力权重。全部叫醒要 13.4 毫秒，这一档做不到。两路通信都不到 1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短输入（4K）这一步怎么加到 10 毫秒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591056"/>
          <a:ext cx="5852160" cy="3163824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token 数 = BS / 16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2469 个专家，每卡 19.3 个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每层机内 allreduce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0.6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BF16 combine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0.02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注意力权重 2.42 GB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 0.8 毫秒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命中专家这一步 9.2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全部叫醒要 13.4 毫秒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Cube 行数 = BS / 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不足 16 按 16 行砖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行数 = 命中专家上的 token 数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同样按 16 行砖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591056"/>
          <a:ext cx="5349240" cy="3163824"/>
        </p:xfrm>
        <a:graphic>
          <a:graphicData uri="http://schemas.openxmlformats.org/drawingml/2006/table">
            <a:tbl>
              <a:tblPr firstRow="1"/>
              <a:tblGrid>
                <a:gridCol w="1097280"/>
                <a:gridCol w="3200400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1 − exp(−6×231 / 2469) = 43%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最忙卡按均值 + 2σ，约 12.6 个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12.6 × 2.015 GB + 共享 4.03 GB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除以 3.2 TB/s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9.2 毫秒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读注意力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2.42 GB / 3.2 TB/s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长于机内 allreduce 的 0.6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每个命中专家约 1.3 个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行砖，效率 8%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最忙卡送出的 BF16 combine / 320 GB/s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注意力侧取 0.8 毫秒，专家侧取 9.2 毫秒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毫秒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32K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42432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每卡 1.8 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128K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42432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仍是读权重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1×10^6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214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42432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全局批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KV 开始占额度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2.08×10^6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42432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读权重 8.2 毫秒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注意力计算 1.8 毫秒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30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30 毫秒、短输入，全局批 6928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164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  / 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583680"/>
            <a:ext cx="11430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10T 为外推    ·    单请求一份 128 卡副本    ·    访存与通信取峰值的 80%    ·    计算按 Cube 16 行对齐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841248"/>
            <a:ext cx="11430000" cy="438912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113739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专家可以全部叫醒，读权重停在 13.4 毫秒。剩下的预算被机内 8 卡 allreduce 用掉，16.6 毫秒。专家域通信只有 0.9 毫秒。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3502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并行策略    ·    和 10 毫秒同一份切分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短输入、全局批 6928，这一步怎么加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591056"/>
          <a:ext cx="5852160" cy="3163824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31720"/>
                <a:gridCol w="246888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MoE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TP=8，DP=16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6928 / 16 = 433 条 / 组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仍是 EP=128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19.3 个专家全醒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allreduce 随批线性涨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这一档是注意力侧最长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combine 走 320 GB/s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 毫秒，短于读权重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在短输入上可忽略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长输入改由容量卡住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38.9 GB 路由 + 4.03 GB 共享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3.2 TB/s = 13.4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 5.6 毫秒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短于 allreduce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每专家约 17 token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32 行砖，效率 53%，11.9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46520" y="1591056"/>
          <a:ext cx="5349240" cy="3163824"/>
        </p:xfrm>
        <a:graphic>
          <a:graphicData uri="http://schemas.openxmlformats.org/drawingml/2006/table">
            <a:tbl>
              <a:tblPr firstRow="1"/>
              <a:tblGrid>
                <a:gridCol w="1143000"/>
                <a:gridCol w="3154680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白话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73152" marR="73152" marT="36576" marB="27432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命中率接近 1，19.3 个专家全读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加共享专家，除以 3.2 TB/s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13.4 毫秒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433 条 × 7168 × 2 字节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层 × 2×7/8 / 40 GB/s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16.6 毫秒</a:t>
                      </a:r>
                    </a:p>
                  </a:txBody>
                  <a:tcPr marL="73152" marR="73152" marT="36576" marB="27432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专家计算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6928 × 6 / 2469 ≈ 17 token / 专家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对齐效率 53%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11.9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专家通信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最忙卡 combine / 320 GB/s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注意力计算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短输入的打分和投影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 毫秒</a:t>
                      </a:r>
                    </a:p>
                  </a:txBody>
                  <a:tcPr marL="73152" marR="73152" marT="36576" marB="27432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注意力侧取 16.6，专家侧取 13.4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 毫秒</a:t>
                      </a:r>
                    </a:p>
                  </a:txBody>
                  <a:tcPr marL="73152" marR="73152" marT="36576" marB="27432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4K – 128K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48656"/>
            <a:ext cx="251460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6928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每卡 54 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一步顶满 30 毫秒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1×10^6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248656"/>
            <a:ext cx="251460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1156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每条 4.94 GB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这一步 18.2 毫秒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2.08×10^6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5248656"/>
            <a:ext cx="251460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555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每条 10.3 GB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这一步 18.1 毫秒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4937760"/>
            <a:ext cx="2788920" cy="148132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5010912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KV 余量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5248656"/>
            <a:ext cx="251460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5.72 TB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5724144"/>
            <a:ext cx="251460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96−38.9−4.03−2.42−6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每卡 44.7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10T DeepSeek：结构外推与 TTFT / TPOT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