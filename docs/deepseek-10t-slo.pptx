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字节，专家总数变了，每 token 仍只派 6 个，所以通信量不变。后面几页不用 640 GB 这套卡，改用 96 GB、128 卡超节点。批大小都是 128 卡这一份副本的全局批。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 Prefill 节点是多放几份 128 卡副本，提高并发，不缩短这一条的 TTFT。注意力在机内 8 卡做 TP，16 个节点是 16 路 DP。MoE 把 2469 个专家铺到 128 卡，每卡约 19.3 个。时间模型：max(计算, 读权重) + 把 KV 送到 Decode。S 到两百万时，每卡上的矩阵行数远超 16，Cube 对齐效率按 1 计。在 S=2084306：indexer 4.29s，HCA 2.22s，专家 1.89s，投影 1.30s，稀疏注意力 0.30s，合计计算 10.00s。读权重 14.2 ms，KV 搬运 2.0 ms。若只留 S² 两项，10 秒能写到约 2.58×10^6；线性项占掉约 3.5 秒，输入收到 2.08×10^6。带宽 80%：访存 3.2 TB/s，参数面 40 GB/s。这两笔相对 10 秒可以忽略，所以 80% 不改变最大输入。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与 Prefill 用同一份 128 卡副本：注意力 TP=8、DP=16，MoE EP=128。加 Decode 节点是多副本，单副本的 TPOT 不变。一步 = 注意力侧最长的一笔 + 专家侧最长的一笔。注意力侧在计算、读 KV、机内 allreduce 里取最大。专家侧在计算、读权重、EP combine 里取最大。命中率 = 1 − exp(−6×BS / 2469)。BS=231 时为 43%。最忙卡专家数 = 均值 + 2 个标准差，约 12.6，封顶 19.3。读权重 (12.6×2.015 GB + 4.03 GB) / 3.2 TB/s = 9.2 ms。全部路由专家加共享专家是 13.4 ms，超过 10 ms，所以不能把专家表一次扫完。专家计算受 Cube 对齐拖累：1.3 token 按 16 行砖，效率 8%，时间 2.6 ms，仍短于读权重。机内 allreduce：ceil(231/16)=15 条，每条 7168×2 字节，环上每层 2×7/8，61 层除以 40 GB/s = 0.57 ms。输入加长后，读权重能占用的额度变少。全局批从 4K 的 231 降到 1M 的 213，KV 仍放得进 HBM。对照表在第 5 页。从主机换入一个专家：2.015 GB / (64 GB/s×80%) ≈ 39 ms，放不进 10 ms 这一步。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毫秒用的切分与 10 毫秒相同：TP=8，DP=16，EP=128，128 卡一份副本。BS=6928 时 6×6928/2469 ≈ 16.8，命中率 1−exp(−16.8) 已经是 1，每卡 19.3 个专家全醒。读权重因此停在整表扫描：(38.9 GB + 4.03 GB) / 3.2 TB/s = 13.4 ms。机内 allreduce：ceil(6928/16)=433 条，payload=433×7168×2，环上每层 2×7/8，乘 61 层，除以 40 GB/s = 16.6 ms。两项相加 30.0 ms。专家 combine 只有 0.9 ms，所以 30 毫秒的通信限制在机内 8 卡，不在 128 卡专家域。专家计算 11.9 ms：每专家约 17 个 token，ceil(17/16)×16=32，效率 17/32=53%。显存：每卡 96 − 38.9 − 4.03 − 2.42 − 6 = 44.7 GB，128 卡共 5.72 TB。HBM 放不下的 KV 走本卡 H2D，64×0.8 = 51.2 GB/s。远端 DDR 进卡也走这条 H2D，不按 DDR 的 1288.8 GB/s 计。1M 时 HBM 能放 1103 条，H2D 再多放一些，30 毫秒全局批到 1265，其中约 13% 的存量经 H2D 读。下一页是 4K 到 1M 的全局批对照。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 一律是 128 卡副本的全局批。每卡条数 = 全局批 / 128。存量 = S×4939.5 字节 + 4.50 MB。一步真正读的是压缩 indexer、最多 1024 条完整 KV 和 HCA，1M 时约为存量的 13%。HBM 余量 5.72 TB。溢出进 GPU 的口是本卡 H2D：64×0.8 = 51.2 GB/s。节点 DDR 有效 1031 GB/s，8 条 H2D 合计 410 GB/s，所以卡点在 H2D，不能把 1031/8 = 128.9 GB/s 当成 GPU 的读取速度。远端 DDR 进这张卡仍走这张卡的 H2D，和本机 DDR 共用 51.2 GB/s。三条通路同时走，取最慢的一条，再和专家阶段相加。10 毫秒全局批：4K 231，8K 231，32K 231，128K 229，256K 226，512K 222，1M 213。30 毫秒全局批：4K 到 128K 为 6928，256K 为 4991，512K 为 2518，1M 为 1265。Prefill 90% 命中时，现算约为冷启动的 10%，1M 的 TTFT 为 0.345 秒，参数面读 KV 0.91 毫秒。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5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单请求一份 128 卡副本    ·    访存与通信取峰值的 80%    ·    计算按 Cube 16 行对齐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70432"/>
          <a:ext cx="11430000" cy="444398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专家表容量。时延分析改用 96 GB × 128 卡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5742432"/>
            <a:ext cx="11430000" cy="73152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779008"/>
            <a:ext cx="11137392" cy="6583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依据是 V3 到 V4-Pro 的增量主要进专家表。层数、隐藏、中间维一起放大的另一案约 8.9T，注意力超参定不下来，不收进本表。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2.08×10^6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5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单请求一份 128 卡副本    ·    访存与通信取峰值的 80%    ·    计算按 Cube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38912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一条请求放在一个 128 卡副本上。计算 10.0 秒，读权重 14.2 毫秒，送 KV 2.0 毫秒。S² 占 6.51 秒，线性项占 3.49 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72768"/>
          <a:ext cx="11430000" cy="2377440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个节点做 DP=16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128 卡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卡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有效 40 GB/s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 D2D 总线，有效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走参数面，有效 40 GB/s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注意力等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19.3 个，38.9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S² 来自 indexer 和 HCA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决定输入能写多长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 随 token 线性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到这个长度约占 1.89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4041648"/>
            <a:ext cx="114300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79392"/>
          <a:ext cx="11430000" cy="2084832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2.08×10^6 时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S²，除以 128 × 486×10^12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4.29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S²，除以同一算力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2.22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5.64×10^10 FLOP × 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1.89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 × 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0.30 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+ 送 KV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每卡约 45 GB / 3.2 TB/s；KV 10.3 GB / (128×40 GB/s)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14.2 毫秒 + 2.0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计算和读权重取长的一项，再加送 KV。S 再大，前两行先超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5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单请求一份 128 卡副本    ·    访存与通信取峰值的 80%    ·    计算按 Cube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38912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10 毫秒里 9.2 毫秒在读被叫醒的专家，0.8 毫秒在读注意力权重。全部叫醒要 13.4 毫秒，这一档做不到。两路通信都不到 1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591056"/>
          <a:ext cx="5852160" cy="3163824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token 数 = BS / 16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19.3 个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每层机内 allreduce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0.6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BF16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0.02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 2.42 GB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这一步 0.8 毫秒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命中专家这一步 9.2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全部叫醒要 13.4 毫秒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Cube 行数 = BS / 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不足 16 按 16 行砖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命中专家上的 token 数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同样按 16 行砖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591056"/>
          <a:ext cx="5349240" cy="3163824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1 − exp(−6×231 / 2469) = 43%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最忙卡按均值 + 2σ，约 12.6 个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12.6 × 2.015 GB + 共享 4.03 GB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3.2 TB/s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9.2 毫秒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读注意力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/ 3.2 TB/s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长于机内 allreduce 的 0.6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每个命中专家约 1.3 个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8%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专家通信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最忙卡送出的 BF16 combine / 320 GB/s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0.02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注意力侧取 0.8 毫秒，专家侧取 9.2 毫秒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毫秒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32K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42432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每卡 1.8 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42432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每卡 1.8 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42432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每卡 1.8 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42432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每卡 1.7 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6928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5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单请求一份 128 卡副本    ·    访存与通信取峰值的 80%    ·    计算按 Cube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38912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专家可以全部叫醒，读权重停在 13.4 毫秒。剩下的预算被机内 8 卡 allreduce 用掉，16.6 毫秒。专家域通信只有 0.9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6928，这一步怎么加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591056"/>
          <a:ext cx="5852160" cy="3163824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6928 / 16 = 433 条 / 组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19.3 个专家全醒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 随批线性涨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这一档是注意力侧最长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 毫秒，短于读权重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放不下走本卡 H2D 51.2 GB/s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38.9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 TB/s = 13.4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5.6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短于 allreduce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17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 32 行砖，效率 53%，11.9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591056"/>
          <a:ext cx="5349240" cy="3163824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命中率接近 1，19.3 个专家全读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加共享专家，除以 3.2 TB/s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机内通信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433 条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40 GB/s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16.6 毫秒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专家计算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6928 × 6 / 2469 ≈ 17 token / 专家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对齐效率 53%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11.9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专家通信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combine / 320 GB/s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短输入的打分和投影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5.6 毫秒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注意力侧取 16.6，专家侧取 13.4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 毫秒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128K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6928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54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4991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39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12% 经 H2D 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2518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约 12% 经 H2D 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1265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9.9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13% 经 H2D 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输入越长，30 毫秒的全局批掉得越快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5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单请求一份 128 卡副本    ·    访存与通信取峰值的 80%    ·    计算按 Cube 16 行对齐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38912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3891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 128 卡一份副本上的条数，每卡 = 全局批 / 128。HBM 放不下的 KV 走本卡 H2D，每卡 51.2 GB/s。远端 DDR 进卡也走这条 H2D。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426464"/>
          <a:ext cx="11430000" cy="369417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325880"/>
                <a:gridCol w="1325880"/>
                <a:gridCol w="1554480"/>
                <a:gridCol w="960120"/>
                <a:gridCol w="1600200"/>
                <a:gridCol w="960120"/>
                <a:gridCol w="2651760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73152" marR="73152" marT="36576" marB="27432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23.1 万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6928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54.1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12.7 万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6928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54.1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3.44 万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6928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54.1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8773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229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6928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54.1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73152" marR="73152" marT="36576" marB="27432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4402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226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4991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39.0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12% 经本卡 H2D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2204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2518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19.7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12% 经本卡 H2D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73152" marR="73152" marT="36576" marB="27432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1103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213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1265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9.9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13% 经本卡 H2D</a:t>
                      </a:r>
                    </a:p>
                  </a:txBody>
                  <a:tcPr marL="73152" marR="73152" marT="36576" marB="27432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285232"/>
            <a:ext cx="11430000" cy="113385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358384"/>
            <a:ext cx="11137392" cy="9875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1M 都在 HBM 里，时间卡在读专家权重，全局批从 231 降到 213。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毫秒在 128K 及更短仍是 6928，卡在机内 allreduce 16.6 毫秒加读权重 13.4 毫秒。约 1.66×10^5 token 以后，6928 条放不进 5.72 TB，溢出走 H2D。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另按 90% KV 命中、参数面 40 GB/s 读 KV。1M 的 TTFT 是 0.35 秒，4K 到 1M 都在 10 秒以内。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DeepSeek：结构外推与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