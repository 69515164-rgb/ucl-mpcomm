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字节。每 token 仍只派 6 个专家，通信量不随专家总数变。后面几页是 N+2 集群。每卡 15×10^15 FP4。注意力权重在字节模型里是 FP8（19.35 GB），算力取一半，7.50×10^15。HBM 432 GB，带宽 14.4 TB/s，计时取 80% 即 11.52 TB/s。H2D 写的是 1.6 Tb/s（小写 b，比特）：1.6×10^12 / 8 = 200 GB/s 峰值，80% 后 160 GB/s。这条链路只在 prefill 使用。DDR5 的 1.6 TB/s 和 1.3 TB 按一台 8 卡机器记。有效 1.28 TB/s，每卡分到 160 GB/s 和 162.5 GB，与 H2D 同速。超节点 16 台机器，本机 DDR 共 20.8 TB。D2D 是每卡接到全互联交换的 4.2 TB/s（字节），80% 后 3.36 TB/s。机内 8 卡 fullmesh，P2P 800 Gb/s = 100 GB/s 峰值，80% 后 80 GB/s。参数面同样 800 Gb/s，80% 后 80 GB/s。超节点内直挂总线的 DDR 池容量不设上限。访问带宽按每卡端口 4.2 TB/s 取 80%，即 3.36 TB/s，专供 decode 在 HBM 放不下时换入 KV。若把 4.2 TB/s 理解成 128 卡共享，短输入的 10 毫秒和 30 毫秒全局批不变，更长上下文的批会下降。本页按每卡端口。注意力 TP=8 留在机内 fullmesh，16 台机器做 DP=16。MoE EP=128 走 D2D。每卡扣掉路由 38.86 GB、共享 4.03 GB、注意力 2.42 GB 和 6 GB 预留后，128 卡 KV 余量 48.73 TB。Prefill 与 Decode 的副本数可以按吞吐配，副本个数不改变单副本的 TTFT 和 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 Prefill 节点是多放几份 128 卡副本，提高并发，单条 TTFT 不变。注意力在机内 8 卡做 TP，16 台机器是 16 路 DP。MoE 把 2469 个专家铺到 128 卡，每卡 19.3 个，路由权重 FP4，共享专家 FP8，注意力 FP8。时间 = max(计算, 读权重) + 把 KV 送到 Decode。注意力 FLOP 除以 128×7.50×10^15，专家 FLOP 除以 128×15.00×10^15。这一页的冷启动单请求不把机内 allreduce 算进 10 秒，allreduce 记在下一页的批上。与原先 DeepSeek 六页的拆分相同。在 S=9748150：indexer 6.0817s，HCA 3.1422s，专家 0.2864s，投影 0.3930s，稀疏注意力 0.0920s，合计计算 9.9953s。读权重 3.93 ms，KV 搬运 4.70 ms。S² 合计 9.22s，线性项 0.77s。4K 单条 TTFT 是 3.94 毫秒，停在读权重。1M 单条、无命中是 0.190 秒。该长度的 KV 约 48.15 GB，经 128×80 GB/s 的参数面送出。HBM 余量 48.73 TB，这一条放得下，H2D 不进这条 10 秒。H2D 1.6 Tb/s 取 80% 为 160 GB/s，与每卡 DDR 份额相同，只在 prefill 需要主机内存时使用。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这一页的批是 128 卡副本上的全局批，每卡条数 = 全局批 / 128。切分与上一页相同：注意力 TP=8、DP=16，MoE EP=128。KV 命中 90%。命中部分按参数面 80 GB/s 读。每条只把 10% 的 token 送进计算，这 10% 的 query 仍看全长上下文。时间 = 参数面读 KV + 注意力侧较长的一项 + 专家侧较长的一项。注意力侧在注意力计算、机内 allreduce、注意力权重之间取最大。专家侧在专家 GEMM、读专家权重、EP 之间取最大。这一页专家侧较长的是 GEMM。机内 allreduce：每组 token 数 = 现算 token / 16，每 token 7168×2 字节，环上 2×7/8，61 层，除以 80 GB/s。4K 全局批 19859：现算 8.1342e+06 token，allreduce 9.725s，注意力计算 0.408s，专家计算 0.239s，EP 0.099s，读权重 3.72 ms，读 KV 35.3 ms，合计 10.000s。再加一条是 10.000s。1M 全局批 77：现算 8.0740e+06，allreduce 9.653s，注意力计算 1.224s（indexer 0.542s），专家计算 0.237s，EP 0.099s，读 KV 35.1 ms，合计 9.926s。HBM 余量 48.73 TB。4K 能放 1970430 条，1M 能放 9399 条，都高于这页的时间批，所以 H2D 不进这页的 10 秒。单条、1,048,576 token、90% 命中的 TTFT 是 0.1295 秒，其中参数面读 KV 0.46 毫秒，allreduce 0.1254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与 Prefill 用同一份 128 卡副本：注意力 TP=8、DP=16，MoE EP=128。加 Decode 节点是多副本，单副本的 TPOT 不变。一步 = 注意力侧最长的一笔 + 专家侧最长的一笔。两段相加。命中率 = 1 − exp(−6×5248 / 2469) = 1.0000。最忙卡 = min(19.289, 均值 + 2σ) = 19.289，已经顶到每卡全部本地专家。读权重 (19.289×2.015 GB + 4.030 GB) / 11.52 TB/s = 3.723 ms。机内 allreduce：ceil(5248/16) = 328 条，每条 7168×2 字节，环上每层 2×7/8，61 层除以 80 GB/s = 6.275 ms。两项相加 9.998 ms，表上记 10.0 毫秒。5249 条是 10.017 ms。专家计算 0.193 ms，效率 0.797。EP 0.064 ms。注意力计算 0.272 ms。注意力权重 0.210 ms。4K – 1M 的全局批都是 5248，KV 全在 HBM。2M 仍是 5248，存量约 6.1% 在总线内存池，池上稀疏读 0.93 ms，短于 allreduce。4×10^6 降到 3545，9.75×10^6 降到 1457。换入走每卡 3.36 TB/s 的总线内存池，容量不设上限。H2D 不参与 decode。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毫秒用的切分与 10 毫秒相同：TP=8，DP=16，EP=128，128 卡一份副本。BS=21968 时 6×21968/2469 ≈ 53.39，命中率 1.0000，每卡 19.289 个专家全醒。读权重 (38.86 GB + 4.03 GB) / 11.52 TB/s = 3.723 ms。机内 allreduce：ceil(21968/16) = 1373 条，环上每层 2×7/8，61 层，除以 80 GB/s = 26.265 ms。两项相加 29.988 ms，表上记 30.0 毫秒。21969 条是 30.008 ms。专家 combine 0.268 ms，专家计算 0.774 ms，效率 0.834。注意力计算 1.113 ms。30 毫秒的通信限制在机内 8 卡 allreduce。EP 走 3.36 TB/s 的 D2D，这一步远短于读权重。显存：每卡 432 − 38.86 − 4.03 − 2.42 − 6 = 380.69 GB，128 卡共 48.73 TB。HBM 放不下的 KV 走每卡总线内存池，有效 3.36 TB/s，容量不设上限。Decode 不使用 H2D。1M、全局批 21968 时，存量的 57.2% 在池上，稀疏读 19.63 ms，仍短于 allreduce 26.26 ms，所以批保持 21968。2M 降到 13890，9.75×10^6 降到 2876。4K、输出 512、命中 90%：Prefill 1985.9 请求/秒。10 毫秒 Decode 1025.0 请求/秒，P:D ≈ 1:1.9。30 毫秒 Decode 1430.2 请求/秒，P:D ≈ 1:1.4。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 一律是 128 卡副本的全局批。每卡条数 = 全局批 / 128。存量 = S×4939.5 字节 + 4.50 MB。一步真正读的是压缩 indexer、最多 1024 条完整 KV 和 HCA，所以溢出比例高时，池上的读时延仍可能短于 allreduce。HBM 余量 48.73 TB。溢出进 GPU 的口是每卡总线内存池，有效 3.36 TB/s，容量不设上限。这个带宽是每卡 D2D 端口上的 4.2 TB/s 取 80%，按每卡计。H2D 1.6 Tb/s 只在 prefill 使用，decode 换入不走 H2D。三条通路同时看，取最慢的一条，再和专家阶段相加。S=4096 store=24.7MB cap=1970430 b10=5248 spill10=0.00% pool10=0.00ms b30=21968 spill30=0.00% pool30=0.00ms t30=29.99ms S=8192 store=45.0MB cap=1083763 b10=5248 spill10=0.00% pool10=0.00ms b30=21968 spill30=0.00% pool30=0.00ms t30=29.99ms S=32768 store=166.4MB cap=292915 b10=5248 spill10=0.00% pool10=0.00ms b30=21968 spill30=0.00% pool30=0.00ms t30=29.99ms S=131072 store=651.9MB cap=74744 b10=5248 spill10=0.00% pool10=0.00ms b30=21968 spill30=0.00% pool30=0.00ms t30=29.99ms S=262144 store=1299.4MB cap=37501 b10=5248 spill10=0.00% pool10=0.00ms b30=21968 spill30=0.00% pool30=0.00ms t30=29.99ms S=524288 store=2594.2MB cap=18783 b10=5248 spill10=0.00% pool10=0.00ms b30=21968 spill30=14.50% pool30=2.57ms t30=29.99ms S=1048576 store=5183.9MB cap=9399 b10=5248 spill10=0.00% pool10=0.00ms b30=21968 spill30=57.21% pool30=19.63ms t30=29.99ms 2M 的 10 毫秒批 5248，池上读 0.93 ms。4×10^6 的 10 毫秒批 3545，30 毫秒批 6985。9.75×10^6 的 10 毫秒批 1457，30 毫秒批 2876。单条 1M、90% 命中的 TTFT 是 0.1295 秒。冷的 1M 单条是 0.190 秒。第 3 页 Prefill：4K 19859，8K 9929，32K 2482，128K 620，256K 310，512K 155，1M 77。P:D 按 4K 进、512 出、90% 命中：Prefill 1985.9 请求/秒，10 毫秒 Decode 1025.0 请求/秒（1:1.94），30 毫秒 Decode 1430.2 请求/秒（1:1.39）。副本数按这个吞吐比配置，单副本时延不变。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33856"/>
          <a:ext cx="11430000" cy="362102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专家表。时延页用 N+2 的 432 GB ×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956048"/>
            <a:ext cx="11430000" cy="131673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010912"/>
            <a:ext cx="11137392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N+2 算力：专家 15 P FP4，注意力 7.50 P FP8。HBM 432 GB，14.4 TB/s 取 80% 为 11.52 TB/s。H2D 每卡 1.6 Tb/s 取 80% 为 160 GB/s，只在 prefill。机内 DDR5 每机 1.6 TB/s、1.3 TB。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D2D 与总线内存池都按每卡 4.2 TB/s 取 80%，为 3.36 TB/s，池容量不设上限，供 decode 换入。8 卡 P2P 与参数面都是 800 Gb/s，取 80% 为 80 GB/s。超节点 128 卡，机内 8 卡 fullmesh。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9.75×10^6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一条请求放在一个 128 卡副本上。计算 10.0 秒，读权重 3.9 毫秒，送 KV 4.7 毫秒。S² 占 9.22 秒，线性项占 0.77 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台机器做 DP=16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卡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 D2D，有效 3.36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走参数面，有效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19.3 个，38.9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S² 来自 indexer 和 HCA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决定输入能写多长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 随 token 线性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到这个长度约占 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95344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06240"/>
          <a:ext cx="11430000" cy="1938528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9.75×10^6 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S²，除以 128 × 7.50×10^15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S²，除以同一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5.64×10^10 FLOP × S，除以 128 × 15.00×10^15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 × S，除以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+ 送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45.31 GB / 11.52 TB/s；KV 48.15 GB / (128×80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3.93 毫秒 + 4.70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计算和读权重取长的一项，再加送 KV。机内 allreduce 记在下一页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 的 prefill 全局批是 19859，1M 是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多条同时进同一份 128 卡副本。命中 90% 的 KV 走参数面，只现算 10%。注意力侧取 allreduce，再加专家 GEMM。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167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秒在两个端点上怎么加完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36192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4709160"/>
                <a:gridCol w="2606040"/>
                <a:gridCol w="25603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4K，全局批 19859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1M，全局批 77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 × 输入 × 0.1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8.07×10^6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每组现算 token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9.65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FP8 的 7.50 P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 × 5.64×10^10 FLOP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128 × 15.00×10^15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allreduce，专家侧取 GEMM，再加参数面读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9.93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22191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同一条 10 秒，输入从 4K 到 1M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114800"/>
          <a:ext cx="11430000" cy="175564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1417320"/>
                <a:gridCol w="868680"/>
                <a:gridCol w="1554480"/>
                <a:gridCol w="1417320"/>
                <a:gridCol w="1417320"/>
                <a:gridCol w="1691640"/>
                <a:gridCol w="210312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19859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9929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8.07×10^6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9.65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0899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这些批的 KV 都放得进 HBM：4K 能放 197.0 万 条，1M 能放 9399 条。参数面读命中 KV 约 35.3 毫秒。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5248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整卡专家 3.72 毫秒，机内 allreduce 6.27 毫秒。专家 GEMM 0.19 毫秒，D2D 上的 EP 0.06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⌈BS / 16⌉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每层机内 allreduce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6.27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0.06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 2.42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0.21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个专家这一步 3.72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整张本地表都读到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⌈BS / 16⌉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16 行砖对齐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816352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1 − exp(−6×5248 / 2469) = 100%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最忙卡按均值 + 2σ，顶到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GB（路由 + 共享）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328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最忙卡送出的 BF16 combine / 3.36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6.27，专家侧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5248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41.0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5248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41.0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6.1%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4×10^6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3545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27.7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30.4%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1457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11.4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30.5% 在总线内存池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21968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专家整卡读完 3.72 毫秒，机内 allreduce 26.26 毫秒。D2D 上的 EP 0.27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21968，这一步怎么加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/ 16 = 1373 条 / 组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19.3 个专家全醒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随批线性涨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这一档是注意力侧最长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 走 3.36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毫秒，短于读权重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放不下走每卡内存池 3.36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38.9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11.52 TB/s = 3.72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1.11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短于 allreduce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53.4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83%，0.77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761488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 100%，19.3 个专家全读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 /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1373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× 6 / 2469 ≈ 53.4 token / 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对齐效率 83%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combine / 3.36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短输入的打分和投影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26.26，专家侧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57.2%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13890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108.5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64.5%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2876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22.5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64.8% 在总线内存池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到 1M，10 毫秒仍是 5248，30 毫秒仍是 21968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6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集群、一份 128 卡副本    ·    访存与通信取峰值的 80%    ·    专家 FP4、注意力 FP8，Cube 按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 128 卡上的条数。放不下的 KV 进每卡总线内存池，4.2 TB/s 取 80% 为 3.36 TB/s，容量不设上限。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301752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34440"/>
                <a:gridCol w="1234440"/>
                <a:gridCol w="1554480"/>
                <a:gridCol w="914400"/>
                <a:gridCol w="1600200"/>
                <a:gridCol w="91440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197.0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108.4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166.4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29.3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651.9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7.47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 万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14.5%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9399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57.2%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590288"/>
            <a:ext cx="11430000" cy="168249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645152"/>
            <a:ext cx="11137392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4K – 1M 都是 5248，全在 HBM。一步是机内 allreduce 6.27 毫秒加读专家 3.72 毫秒。2M 仍是 5248（6.1% 在总线内存池）。4×10^6 降到 3545，9.75×10^6 降到 1457。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毫秒在 4K – 256K 仍是 21968。1M 仍是 21968，57.2% 在总线内存池：稀疏读 19.6 毫秒，短于 allreduce 26.26 毫秒。2M 降到 13890，9.75×10^6 降到 2876。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 10 秒全局批在第 3 页：4K 为 19859，1M 为 77。4K 进、512 出、90% 命中时，P:D 在 10 毫秒约 1:1.9，在 30 毫秒约 1:1.4。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DeepSeek：N+2 集群上的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