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业务流程按 PD 分离、且 TTFT 含 P 到 D 的 KV 搬运来画。TTFT 起算于服务接受请求，结束于首 token 放行。首 token 由 prefill 在 prompt 最后一步产出。放行条件是 KV 已按层交到事先选定的 decode，并且 decode 槽位已经接住。槽位是这段上下文的 KV 容量，加上当前 decode 批里的一个席位。任一不够，请求继续等，不失败，也不退回 prefill。推迟表示已经接受，等待计入最终 TTFT。拒绝发生在接受之前，没有 TTFT 样本。TPOT 从第二个 token 起，等于 decode 池这一步的时间。容量三件事：输入 token/min、输出 token/min、在途上下文。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164592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推理业务流程  ·  PD 分离  ·  一次请求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384048"/>
            <a:ext cx="1152144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首 token 由 prefill 产出，decode 接住槽位后放行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822960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TTFT 从接受到这次放行。放行之后，decode 的每一步是 TPOT。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280160"/>
            <a:ext cx="1956816" cy="170078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3" y="153619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3" y="2048255"/>
            <a:ext cx="1773936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请求进入服务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TTFT 从这里起算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1280160"/>
            <a:ext cx="1956816" cy="1700784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53619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048255"/>
            <a:ext cx="1773936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容量和预测 TTFT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通过才进入 Prefill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280160"/>
            <a:ext cx="1956816" cy="170078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53619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48255"/>
            <a:ext cx="1773936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计算这段 prompt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产出首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1280160"/>
            <a:ext cx="1956816" cy="170078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153619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交接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048255"/>
            <a:ext cx="1773936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按层送往 decode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目的地已经选定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1280160"/>
            <a:ext cx="1956816" cy="1700784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3536" y="153619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3536" y="2048255"/>
            <a:ext cx="1773936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槽位接住后放行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之后每步一个 token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2130552"/>
            <a:ext cx="438912" cy="0"/>
          </a:xfrm>
          <a:prstGeom prst="line">
            <a:avLst/>
          </a:prstGeom>
          <a:ln w="28575">
            <a:solidFill>
              <a:srgbClr val="0E2A47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81728" y="2130552"/>
            <a:ext cx="438912" cy="0"/>
          </a:xfrm>
          <a:prstGeom prst="line">
            <a:avLst/>
          </a:prstGeom>
          <a:ln w="28575">
            <a:solidFill>
              <a:srgbClr val="0E2A47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77456" y="2130552"/>
            <a:ext cx="438912" cy="0"/>
          </a:xfrm>
          <a:prstGeom prst="line">
            <a:avLst/>
          </a:prstGeom>
          <a:ln w="28575">
            <a:solidFill>
              <a:srgbClr val="0E2A47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73184" y="2130552"/>
            <a:ext cx="438912" cy="0"/>
          </a:xfrm>
          <a:prstGeom prst="line">
            <a:avLst/>
          </a:prstGeom>
          <a:ln w="28575">
            <a:solidFill>
              <a:srgbClr val="0E2A47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14600" y="2980944"/>
            <a:ext cx="594360" cy="292608"/>
          </a:xfrm>
          <a:prstGeom prst="line">
            <a:avLst/>
          </a:prstGeom>
          <a:ln w="22225">
            <a:solidFill>
              <a:srgbClr val="7A541C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97680" y="2980944"/>
            <a:ext cx="594360" cy="292608"/>
          </a:xfrm>
          <a:prstGeom prst="line">
            <a:avLst/>
          </a:prstGeom>
          <a:ln w="22225">
            <a:solidFill>
              <a:srgbClr val="B04034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389888" y="3273552"/>
            <a:ext cx="2249424" cy="713232"/>
          </a:xfrm>
          <a:prstGeom prst="rect">
            <a:avLst/>
          </a:prstGeom>
          <a:solidFill>
            <a:srgbClr val="FFF8F0"/>
          </a:solidFill>
          <a:ln w="12700">
            <a:solidFill>
              <a:srgbClr val="7A5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1328" y="332841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推迟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602736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已接受，等待计入 TTFT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3273552"/>
            <a:ext cx="2249424" cy="713232"/>
          </a:xfrm>
          <a:prstGeom prst="rect">
            <a:avLst/>
          </a:prstGeom>
          <a:solidFill>
            <a:srgbClr val="FFF1EE"/>
          </a:solidFill>
          <a:ln w="12700">
            <a:solidFill>
              <a:srgbClr val="B04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8768" y="332841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4034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602736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未接受，没有 TTFT 样本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" y="4187952"/>
            <a:ext cx="9582912" cy="384048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4187952"/>
            <a:ext cx="958291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TTFT：从接受到首 token 放行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12096" y="4187952"/>
            <a:ext cx="1956816" cy="384048"/>
          </a:xfrm>
          <a:prstGeom prst="rect">
            <a:avLst/>
          </a:prstGeom>
          <a:solidFill>
            <a:srgbClr val="E2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2096" y="4187952"/>
            <a:ext cx="1956816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TPOT：之后每一步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" y="4754880"/>
            <a:ext cx="115214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TTFT = 排队 + prefill 计算 + KV 搬运 + 等 decode 槽位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TPOT = 首 token 放行之后，decode 每一步的时间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槽位 = 上下文的 KV 容量 + 当前批里的一个席位。不够就继续等。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容量内才算通过：输入 token/min、输出 token/min、在途上下文。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推理阶段业务流程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