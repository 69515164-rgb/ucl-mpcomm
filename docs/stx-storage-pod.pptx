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依据 BlueField-4 STX 存储处理器产品说明，以及 NVIDIA Vera Rubin POD 技术博客（2026-03-19）。BlueField-4 STX 是自托管存储处理器：Vera CPU 与 ConnectX-9 做在同一颗上，数据路径上没有另挂一颗主机 CPU。NVMe 盘接到这颗处理器的 PCIe，规格为 Gen6、96 通道。图中这根线停在处理器边界，不表示每个字节都要由 CPU 核再拷贝一次。Vera CPU 与 ConnectX-9 之间是片内连接，中间不再拉一根线缆。CPU 侧做存储处理，包括元数据、加密、压缩、完整性与恢复。网口只在 ConnectX-9 上，面向 Spectrum-X 以太网，每端口最高 800 Gb/s。数据离开这颗处理器，只从这只网口出去。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11430000" cy="21945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BlueField-4 STX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38912"/>
            <a:ext cx="1143000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A47"/>
                </a:solidFill>
                <a:latin typeface="Microsoft YaHei"/>
                <a:ea typeface="Microsoft YaHei"/>
                <a:cs typeface="Microsoft YaHei"/>
              </a:rPr>
              <a:t>盘用 PCIe 接到这颗处理器，CPU 和 ConnectX-9 在片内相连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11430000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没有另挂一颗主机 CPU。网口只在 ConnectX-9 上。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1874519"/>
            <a:ext cx="7726679" cy="2880360"/>
          </a:xfrm>
          <a:prstGeom prst="rect">
            <a:avLst/>
          </a:prstGeom>
          <a:solidFill>
            <a:srgbClr val="E8F0F6"/>
          </a:solidFill>
          <a:ln w="9525">
            <a:solidFill>
              <a:srgbClr val="145A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15968" y="1947672"/>
            <a:ext cx="7324344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45A96"/>
                </a:solidFill>
                <a:latin typeface="Microsoft YaHei"/>
                <a:ea typeface="Microsoft YaHei"/>
                <a:cs typeface="Microsoft YaHei"/>
              </a:rPr>
              <a:t>同一颗 BlueField-4 STX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331720"/>
            <a:ext cx="2240280" cy="2011680"/>
          </a:xfrm>
          <a:prstGeom prst="rect">
            <a:avLst/>
          </a:prstGeom>
          <a:solidFill>
            <a:srgbClr val="7A54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3776" y="2770632"/>
            <a:ext cx="1984248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NVMe 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" y="3337560"/>
            <a:ext cx="1984248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KV 所在的闪存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2331720"/>
            <a:ext cx="2880360" cy="2011680"/>
          </a:xfrm>
          <a:prstGeom prst="rect">
            <a:avLst/>
          </a:prstGeom>
          <a:solidFill>
            <a:srgbClr val="0E7A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2855" y="2770632"/>
            <a:ext cx="2624328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Vera CPU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2855" y="3337560"/>
            <a:ext cx="2624328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存储处理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元数据、加密、压缩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32520" y="2331720"/>
            <a:ext cx="2788920" cy="2011680"/>
          </a:xfrm>
          <a:prstGeom prst="rect">
            <a:avLst/>
          </a:prstGeom>
          <a:solidFill>
            <a:srgbClr val="145A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60536" y="2770632"/>
            <a:ext cx="2532887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ConnectX-9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0536" y="3337560"/>
            <a:ext cx="2532887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网口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每端口最高 800 Gb/s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606040" y="3337560"/>
            <a:ext cx="1828800" cy="0"/>
          </a:xfrm>
          <a:prstGeom prst="line">
            <a:avLst/>
          </a:prstGeom>
          <a:ln w="28575">
            <a:solidFill>
              <a:srgbClr val="7A541C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2816352" y="3154679"/>
            <a:ext cx="1078992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7A541C"/>
                </a:solidFill>
                <a:latin typeface="Microsoft YaHei"/>
                <a:ea typeface="Microsoft YaHei"/>
                <a:cs typeface="Microsoft YaHei"/>
              </a:rPr>
              <a:t>PCIe Gen6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315200" y="3337560"/>
            <a:ext cx="1417320" cy="0"/>
          </a:xfrm>
          <a:prstGeom prst="line">
            <a:avLst/>
          </a:prstGeom>
          <a:ln w="28575">
            <a:solidFill>
              <a:srgbClr val="0E7A76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7516368" y="3172968"/>
            <a:ext cx="100584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E7A76"/>
                </a:solidFill>
                <a:latin typeface="Microsoft YaHei"/>
                <a:ea typeface="Microsoft YaHei"/>
                <a:cs typeface="Microsoft YaHei"/>
              </a:rPr>
              <a:t>片内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074920"/>
            <a:ext cx="11430000" cy="1325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盘接到这颗处理器的 PCIe，规格为 Gen6、96 通道。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Vera CPU 与 ConnectX-9 做在同一颗上，中间是片内连接，不再拉线缆。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C242E"/>
                </a:solidFill>
                <a:latin typeface="Microsoft YaHei"/>
                <a:ea typeface="Microsoft YaHei"/>
                <a:cs typeface="Microsoft YaHei"/>
              </a:rPr>
              <a:t>网口只在 ConnectX-9 上。数据离开这颗处理器，只从这只网口出去。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盘、Vera CPU 与 ConnectX-9 的连接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