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NVIDIA Vera Rubin POD 技术博客（2026-03-19）与 CMX 技术博客（2026-03-16），以及 BlueField-4 STX 存储处理器产品说明。STX 存储机架基于 MGX ETL，Spine 为 Spectrum-X 以太网铜缆，不是 NVLink。1U Spectrum-6 交换机托盘位于机架中部，后端口接铜质 Spine，前置 32 个 OSFP 以单层光连接 POD 其余部分。机架内为 Spectrum-X 多平面，200 Gb/s 通道经多台交换机扇出，节点之间多对多且仍是一层网络。BlueField-4 STX 融合 Vera CPU 与 ConnectX-9，经 Spectrum-X 连接计算，每端口最高 800 Gb/s。CMX 是跑在该架构上的 G3.5 上下文层：NVMe 闪存保存可复用 KV，计算节点上的 BlueField-4 终结 NVMe-oF 与对象 RDMA。DOCA Memos 管理 KV 放置；Dynamo 与 NIXL 安排预取。Grove 按 KV 位置放置工作负载。盘数与托盘数未公开，图不标注具体个数。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09728"/>
            <a:ext cx="11521440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NVIDIA Vera Rubin POD  ·  BlueField-4 STX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292608"/>
            <a:ext cx="116128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每条线是一种连接：托盘内 NVMe，机架内铜缆，出机架单层光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640080"/>
            <a:ext cx="64008" cy="292608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603504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两条托盘的铜缆汇进同一条 Spine。交换机后端口接 Spine，前置光口离开机架，再接到计算节点。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37744" y="1115568"/>
            <a:ext cx="8229600" cy="2788920"/>
          </a:xfrm>
          <a:prstGeom prst="rect">
            <a:avLst/>
          </a:prstGeom>
          <a:solidFill>
            <a:srgbClr val="E8F0F6"/>
          </a:solidFill>
          <a:ln w="9525">
            <a:solidFill>
              <a:srgbClr val="145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133856"/>
            <a:ext cx="5120640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机架内  ·  MGX ETL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53312"/>
            <a:ext cx="1298448" cy="1078992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" y="1426464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NVMe 闪存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682495"/>
            <a:ext cx="115214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托盘 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介质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G3.5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67712" y="1353312"/>
            <a:ext cx="2084831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7712" y="1353312"/>
            <a:ext cx="64008" cy="107899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95728" y="1389888"/>
            <a:ext cx="1883663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BlueField-4 STX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95728" y="1609344"/>
            <a:ext cx="1865376" cy="347472"/>
          </a:xfrm>
          <a:prstGeom prst="rect">
            <a:avLst/>
          </a:prstGeom>
          <a:solidFill>
            <a:srgbClr val="E8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32304" y="1609344"/>
            <a:ext cx="17922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Vera CPU    DOCA Memos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95728" y="2066543"/>
            <a:ext cx="1865376" cy="310896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32304" y="2066543"/>
            <a:ext cx="1792223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ConnectX-9    数据面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70632" y="1956816"/>
            <a:ext cx="0" cy="109727"/>
          </a:xfrm>
          <a:prstGeom prst="line">
            <a:avLst/>
          </a:prstGeom>
          <a:ln w="28575">
            <a:solidFill>
              <a:srgbClr val="0E7A7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889504" y="1920240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片内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15184"/>
            <a:ext cx="1298448" cy="1078992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" y="2688336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NVMe 闪存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2944368"/>
            <a:ext cx="115214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托盘 2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介质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G3.5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67712" y="2615184"/>
            <a:ext cx="2084831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C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67712" y="2615184"/>
            <a:ext cx="64008" cy="1078992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95728" y="2651760"/>
            <a:ext cx="1883663" cy="20116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BlueField-4 STX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95728" y="2871215"/>
            <a:ext cx="1865376" cy="347472"/>
          </a:xfrm>
          <a:prstGeom prst="rect">
            <a:avLst/>
          </a:prstGeom>
          <a:solidFill>
            <a:srgbClr val="E8F3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32304" y="2871215"/>
            <a:ext cx="17922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Vera CPU    DOCA Memos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95728" y="3328415"/>
            <a:ext cx="1865376" cy="310896"/>
          </a:xfrm>
          <a:prstGeom prst="rect">
            <a:avLst/>
          </a:prstGeom>
          <a:solidFill>
            <a:srgbClr val="E2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32304" y="3328415"/>
            <a:ext cx="1792223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ConnectX-9    数据面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70632" y="3218688"/>
            <a:ext cx="0" cy="109727"/>
          </a:xfrm>
          <a:prstGeom prst="line">
            <a:avLst/>
          </a:prstGeom>
          <a:ln w="28575">
            <a:solidFill>
              <a:srgbClr val="0E7A7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2889504" y="318211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片内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1353312"/>
            <a:ext cx="1078992" cy="2340864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6983" y="1463040"/>
            <a:ext cx="969264" cy="2011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铜质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Spine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预集成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线缆盒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多对多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一层网络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14032" y="1691640"/>
            <a:ext cx="1207008" cy="1691640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68896" y="1783080"/>
            <a:ext cx="1097280" cy="1508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Spectrum-6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交换机托盘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机架中部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后端口入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前置光口出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1115568"/>
            <a:ext cx="3200400" cy="5074920"/>
          </a:xfrm>
          <a:prstGeom prst="rect">
            <a:avLst/>
          </a:prstGeom>
          <a:solidFill>
            <a:srgbClr val="FFFFFF"/>
          </a:solidFill>
          <a:ln w="9525">
            <a:solidFill>
              <a:srgbClr val="583E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42248" y="1152144"/>
            <a:ext cx="298094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83E82"/>
                </a:solidFill>
                <a:latin typeface="Microsoft YaHei"/>
                <a:ea typeface="Microsoft YaHei"/>
                <a:cs typeface="Microsoft YaHei"/>
              </a:rPr>
              <a:t>机架外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61704" y="1691640"/>
            <a:ext cx="2706624" cy="1051560"/>
          </a:xfrm>
          <a:prstGeom prst="rect">
            <a:avLst/>
          </a:prstGeom>
          <a:solidFill>
            <a:srgbClr val="583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53144" y="1764792"/>
            <a:ext cx="2523744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Spectrum-6 SPX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3144" y="2057400"/>
            <a:ext cx="2523744" cy="5852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POD 内机架互联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东西向与南北向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897112" y="3246120"/>
            <a:ext cx="2871216" cy="1143000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88552" y="3319272"/>
            <a:ext cx="2688336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计算节点 BlueField-4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552" y="3611879"/>
            <a:ext cx="2688336" cy="676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I/O 平面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终结 NVMe-oF 与对象 RDMA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897112" y="4846320"/>
            <a:ext cx="2871216" cy="1051560"/>
          </a:xfrm>
          <a:prstGeom prst="rect">
            <a:avLst/>
          </a:prstGeom>
          <a:solidFill>
            <a:srgbClr val="1B6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88552" y="4919472"/>
            <a:ext cx="2688336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Rubin GPU  HBM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88552" y="5212080"/>
            <a:ext cx="2688336" cy="5852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热 KV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解码前从 CMX 预取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664207" y="1892807"/>
            <a:ext cx="603505" cy="0"/>
          </a:xfrm>
          <a:prstGeom prst="line">
            <a:avLst/>
          </a:prstGeom>
          <a:ln w="28575">
            <a:solidFill>
              <a:srgbClr val="7A541C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4352544" y="1892807"/>
            <a:ext cx="1179576" cy="0"/>
          </a:xfrm>
          <a:prstGeom prst="line">
            <a:avLst/>
          </a:prstGeom>
          <a:ln w="28575">
            <a:solidFill>
              <a:srgbClr val="0E7A7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664207" y="3154679"/>
            <a:ext cx="603505" cy="0"/>
          </a:xfrm>
          <a:prstGeom prst="line">
            <a:avLst/>
          </a:prstGeom>
          <a:ln w="28575">
            <a:solidFill>
              <a:srgbClr val="7A541C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352544" y="3154679"/>
            <a:ext cx="1179576" cy="0"/>
          </a:xfrm>
          <a:prstGeom prst="line">
            <a:avLst/>
          </a:prstGeom>
          <a:ln w="28575">
            <a:solidFill>
              <a:srgbClr val="0E7A7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1700784" y="2331720"/>
            <a:ext cx="530352" cy="219456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NVMe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07408" y="2267712"/>
            <a:ext cx="106070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200 Gb/s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铜缆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611112" y="2537460"/>
            <a:ext cx="502920" cy="0"/>
          </a:xfrm>
          <a:prstGeom prst="line">
            <a:avLst/>
          </a:prstGeom>
          <a:ln w="28575">
            <a:solidFill>
              <a:srgbClr val="0E2A47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6565392" y="2208276"/>
            <a:ext cx="530352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后端口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321040" y="2217420"/>
            <a:ext cx="740664" cy="0"/>
          </a:xfrm>
          <a:prstGeom prst="line">
            <a:avLst/>
          </a:prstGeom>
          <a:ln w="28575">
            <a:solidFill>
              <a:srgbClr val="583E82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8339327" y="2034539"/>
            <a:ext cx="69494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83E82"/>
                </a:solidFill>
                <a:latin typeface="Microsoft YaHei"/>
                <a:ea typeface="Microsoft YaHei"/>
                <a:cs typeface="Microsoft YaHei"/>
              </a:rPr>
              <a:t>32×OSFP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83E82"/>
                </a:solidFill>
                <a:latin typeface="Microsoft YaHei"/>
                <a:ea typeface="Microsoft YaHei"/>
                <a:cs typeface="Microsoft YaHei"/>
              </a:rPr>
              <a:t>单层光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0332720" y="2743200"/>
            <a:ext cx="0" cy="502920"/>
          </a:xfrm>
          <a:prstGeom prst="line">
            <a:avLst/>
          </a:prstGeom>
          <a:ln w="28575">
            <a:solidFill>
              <a:srgbClr val="583E82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10442448" y="2866644"/>
            <a:ext cx="566928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83E82"/>
                </a:solidFill>
                <a:latin typeface="Microsoft YaHei"/>
                <a:ea typeface="Microsoft YaHei"/>
                <a:cs typeface="Microsoft YaHei"/>
              </a:rPr>
              <a:t>RDMA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332720" y="4389120"/>
            <a:ext cx="0" cy="457200"/>
          </a:xfrm>
          <a:prstGeom prst="line">
            <a:avLst/>
          </a:prstGeom>
          <a:ln w="28575">
            <a:solidFill>
              <a:srgbClr val="1B6E48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10442448" y="4489704"/>
            <a:ext cx="658368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6E48"/>
                </a:solidFill>
                <a:latin typeface="Microsoft YaHei"/>
                <a:ea typeface="Microsoft YaHei"/>
                <a:cs typeface="Microsoft YaHei"/>
              </a:rPr>
              <a:t>KV 预取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92608" y="6327648"/>
            <a:ext cx="1161288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36E"/>
                </a:solidFill>
                <a:latin typeface="Microsoft YaHei"/>
                <a:ea typeface="Microsoft YaHei"/>
                <a:cs typeface="Microsoft YaHei"/>
              </a:rPr>
              <a:t>片内连线在 BlueField-4 的 Vera CPU 与 ConnectX-9 之间。托盘数和盘数公开材料没有给出，图中两条托盘只代表接法。STX 用的是 Spectrum-X 铜缆，不是 NVLink。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NVIDIA STX 存储机架连线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