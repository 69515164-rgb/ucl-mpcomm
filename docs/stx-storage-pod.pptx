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依据 NVIDIA Vera Rubin POD 技术博客（2026-03-19）与 CMX 技术博客（2026-03-16），以及 BlueField-4 STX 存储处理器产品说明。STX 存储机架基于 MGX ETL，Spine 为 Spectrum-X 以太网铜缆，不是 NVLink。1U Spectrum-6 交换机托盘位于机架中部，后端口接铜质 Spine，前置 32 个 OSFP 以单层光连接 POD 其余部分。机架内为 Spectrum-X 多平面，200 Gb/s 通道经多台交换机扇出，节点之间多对多且仍是一层网络。BlueField-4 STX 融合 Vera CPU 与 ConnectX-9，经 Spectrum-X 连接计算，每端口最高 800 Gb/s。CMX 是跑在该架构上的 G3.5 上下文层：NVMe 闪存保存可复用 KV，计算节点上的 BlueField-4 终结 NVMe-oF 与对象 RDMA。DOCA Memos 管理 KV 放置；Dynamo 与 NIXL 安排预取。Grove 按 KV 位置放置工作负载。盘数与托盘数未公开，图不标注具体个数。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11521440" cy="1828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NVIDIA Vera Rubin POD  ·  BlueField-4 STX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11612880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盘只进本托盘的 BlueField-4，托盘之间只经过铜质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694944"/>
            <a:ext cx="64008" cy="310896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658368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出机架只有交换机托盘前置的光口。单层光连到 Spectrum-6 SPX，再接到计算节点上的 BlueField-4。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115568"/>
            <a:ext cx="8275320" cy="3703320"/>
          </a:xfrm>
          <a:prstGeom prst="rect">
            <a:avLst/>
          </a:prstGeom>
          <a:solidFill>
            <a:srgbClr val="E8F0F6"/>
          </a:solidFill>
          <a:ln w="9525">
            <a:solidFill>
              <a:srgbClr val="14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52144"/>
            <a:ext cx="56692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5A96"/>
                </a:solidFill>
                <a:latin typeface="Microsoft YaHei"/>
                <a:ea typeface="Microsoft YaHei"/>
                <a:cs typeface="Microsoft YaHei"/>
              </a:rPr>
              <a:t>STX 存储机架内部  ·  MGX ETL，Spectrum-X 铜质 Spine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1426464"/>
            <a:ext cx="1353312" cy="1389888"/>
          </a:xfrm>
          <a:prstGeom prst="rect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517904"/>
            <a:ext cx="120700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NVMe 闪存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10512"/>
            <a:ext cx="1207008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本托盘的 KV 介质。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G3.5 上下文层。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不直接上交换机。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792224" y="1993392"/>
            <a:ext cx="201168" cy="201168"/>
          </a:xfrm>
          <a:prstGeom prst="rightArrow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256032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NVMe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9968" y="1426464"/>
            <a:ext cx="2487168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29968" y="1426464"/>
            <a:ext cx="73152" cy="1389888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76272" y="1481328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存储托盘 1  ·  BlueField-4 STX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76272" y="1755648"/>
            <a:ext cx="2231136" cy="4572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1136" y="1755648"/>
            <a:ext cx="2121408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Vera CPU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DOCA Memos：KV 放置与存储服务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76272" y="2267712"/>
            <a:ext cx="2231136" cy="45720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31136" y="2267712"/>
            <a:ext cx="2121408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ConnectX-9 SuperNIC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NVMe-oF / RDMA，加密与 CRC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553712" y="1993392"/>
            <a:ext cx="237744" cy="201168"/>
          </a:xfrm>
          <a:prstGeom prst="right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2336" y="2944368"/>
            <a:ext cx="1353312" cy="1389888"/>
          </a:xfrm>
          <a:prstGeom prst="rect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035808"/>
            <a:ext cx="120700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NVMe 闪存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3328416"/>
            <a:ext cx="1207008" cy="8778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本托盘的 KV 介质。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G3.5 上下文层。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不直接上交换机。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792224" y="3511296"/>
            <a:ext cx="201168" cy="201168"/>
          </a:xfrm>
          <a:prstGeom prst="rightArrow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37360" y="407822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NVMe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29968" y="2944368"/>
            <a:ext cx="2487168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29968" y="2944368"/>
            <a:ext cx="73152" cy="1389888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76272" y="2999232"/>
            <a:ext cx="226771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E7A76"/>
                </a:solidFill>
                <a:latin typeface="Microsoft YaHei"/>
                <a:ea typeface="Microsoft YaHei"/>
                <a:cs typeface="Microsoft YaHei"/>
              </a:rPr>
              <a:t>存储托盘 2  ·  BlueField-4 STX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76272" y="3273552"/>
            <a:ext cx="2231136" cy="457200"/>
          </a:xfrm>
          <a:prstGeom prst="rect">
            <a:avLst/>
          </a:prstGeom>
          <a:solidFill>
            <a:srgbClr val="E8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31136" y="3273552"/>
            <a:ext cx="2121408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Vera CPU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DOCA Memos：KV 放置与存储服务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76272" y="3785616"/>
            <a:ext cx="2231136" cy="457200"/>
          </a:xfrm>
          <a:prstGeom prst="rect">
            <a:avLst/>
          </a:prstGeom>
          <a:solidFill>
            <a:srgbClr val="E2E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31136" y="3785616"/>
            <a:ext cx="2121408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ConnectX-9 SuperNIC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NVMe-oF / RDMA，加密与 CRC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553712" y="3511296"/>
            <a:ext cx="237744" cy="201168"/>
          </a:xfrm>
          <a:prstGeom prst="rightArrow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828032" y="1426464"/>
            <a:ext cx="1298448" cy="290779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01184" y="1572768"/>
            <a:ext cx="1152144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铜质 Spine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预集成线缆盒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后端口进来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托盘之间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多对多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仍是一层网络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163056" y="2660904"/>
            <a:ext cx="219456" cy="201168"/>
          </a:xfrm>
          <a:prstGeom prst="rightArrow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19088" y="1426464"/>
            <a:ext cx="1938528" cy="2907792"/>
          </a:xfrm>
          <a:prstGeom prst="rect">
            <a:avLst/>
          </a:prstGeom>
          <a:solidFill>
            <a:srgbClr val="145A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7" y="1536192"/>
            <a:ext cx="1755648" cy="2651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Spectrum-6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1U 交换机托盘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机架中部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后端口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接铜质 Spine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前置 32 个 OSFP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光口朝机架外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05088" y="1115568"/>
            <a:ext cx="3218688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583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14815" y="1152144"/>
            <a:ext cx="2999232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3E82"/>
                </a:solidFill>
                <a:latin typeface="Microsoft YaHei"/>
                <a:ea typeface="Microsoft YaHei"/>
                <a:cs typeface="Microsoft YaHei"/>
              </a:rPr>
              <a:t>机架外  ·  单层光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33104" y="1444752"/>
            <a:ext cx="2962656" cy="868680"/>
          </a:xfrm>
          <a:prstGeom prst="rect">
            <a:avLst/>
          </a:prstGeom>
          <a:solidFill>
            <a:srgbClr val="583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06256" y="1481328"/>
            <a:ext cx="281635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Spectrum-6 SPX 机架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06256" y="1755648"/>
            <a:ext cx="281635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POD 内机架到机架。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东西向与南北向都从这里走。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10122408" y="2359152"/>
            <a:ext cx="256032" cy="182880"/>
          </a:xfrm>
          <a:prstGeom prst="rightArrow">
            <a:avLst/>
          </a:prstGeom>
          <a:solidFill>
            <a:srgbClr val="583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33104" y="2596896"/>
            <a:ext cx="2962656" cy="960120"/>
          </a:xfrm>
          <a:prstGeom prst="rect">
            <a:avLst/>
          </a:prstGeom>
          <a:solidFill>
            <a:srgbClr val="0E7A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06256" y="2633472"/>
            <a:ext cx="281635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计算节点 BlueField-4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06256" y="2889504"/>
            <a:ext cx="2816352" cy="585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KV I/O 平面。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终结 NVMe-oF 与对象 RDMA。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10122408" y="3602736"/>
            <a:ext cx="256032" cy="182880"/>
          </a:xfrm>
          <a:prstGeom prst="rightArrow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33104" y="3840480"/>
            <a:ext cx="2962656" cy="804672"/>
          </a:xfrm>
          <a:prstGeom prst="rect">
            <a:avLst/>
          </a:prstGeom>
          <a:solidFill>
            <a:srgbClr val="1B6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06256" y="3877056"/>
            <a:ext cx="281635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Rubin GPU  HBM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06256" y="4133087"/>
            <a:ext cx="2816352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热 KV。解码前由 CMX 预取回来。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8120" y="416052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83E82"/>
                </a:solidFill>
                <a:latin typeface="Microsoft YaHei"/>
                <a:ea typeface="Microsoft YaHei"/>
                <a:cs typeface="Microsoft YaHei"/>
              </a:rPr>
              <a:t>32×OSFP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83E82"/>
                </a:solidFill>
                <a:latin typeface="Microsoft YaHei"/>
                <a:ea typeface="Microsoft YaHei"/>
                <a:cs typeface="Microsoft YaHei"/>
              </a:rPr>
              <a:t>单层光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" y="4956048"/>
            <a:ext cx="3819144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6032" y="4956048"/>
            <a:ext cx="3819144" cy="73152"/>
          </a:xfrm>
          <a:prstGeom prst="rect">
            <a:avLst/>
          </a:prstGeom>
          <a:solidFill>
            <a:srgbClr val="7A5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84048" y="5102352"/>
            <a:ext cx="356311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7A541C"/>
                </a:solidFill>
                <a:latin typeface="Microsoft YaHei"/>
                <a:ea typeface="Microsoft YaHei"/>
                <a:cs typeface="Microsoft YaHei"/>
              </a:rPr>
              <a:t>盘到处理器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5376672"/>
            <a:ext cx="3563112" cy="7498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NVMe 只接到本托盘的 BlueField-4。Vera CPU 跑 DOCA Memos，ConnectX-9 走数据面。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184904" y="4956048"/>
            <a:ext cx="3819144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84904" y="4956048"/>
            <a:ext cx="3819144" cy="73152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12920" y="5102352"/>
            <a:ext cx="356311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E2A47"/>
                </a:solidFill>
                <a:latin typeface="Microsoft YaHei"/>
                <a:ea typeface="Microsoft YaHei"/>
                <a:cs typeface="Microsoft YaHei"/>
              </a:rPr>
              <a:t>机架内铜缆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12920" y="5376672"/>
            <a:ext cx="3563112" cy="7498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200 Gb/s 通道经多台 Spectrum-6 交换机扇出。托盘之间多对多，仍然是一层网络。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13776" y="4956048"/>
            <a:ext cx="3819144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13776" y="4956048"/>
            <a:ext cx="3819144" cy="73152"/>
          </a:xfrm>
          <a:prstGeom prst="rect">
            <a:avLst/>
          </a:prstGeom>
          <a:solidFill>
            <a:srgbClr val="583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41792" y="5102352"/>
            <a:ext cx="3563112" cy="23774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3E82"/>
                </a:solidFill>
                <a:latin typeface="Microsoft YaHei"/>
                <a:ea typeface="Microsoft YaHei"/>
                <a:cs typeface="Microsoft YaHei"/>
              </a:rPr>
              <a:t>机架外光缆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41792" y="5376672"/>
            <a:ext cx="3563112" cy="7498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C242E"/>
                </a:solidFill>
                <a:latin typeface="Microsoft YaHei"/>
                <a:ea typeface="Microsoft YaHei"/>
                <a:cs typeface="Microsoft YaHei"/>
              </a:rPr>
              <a:t>BlueField-4 STX 对计算侧的端口最高 800 Gb/s。计算侧由 Dynamo 与 NIXL 安排 KV 预取。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92608" y="6291072"/>
            <a:ext cx="1161288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36E"/>
                </a:solidFill>
                <a:latin typeface="Microsoft YaHei"/>
                <a:ea typeface="Microsoft YaHei"/>
                <a:cs typeface="Microsoft YaHei"/>
              </a:rPr>
              <a:t>托盘数和每托盘盘数公开架构没有给出，图中只画两条托盘代表接法。STX 是 MGX ETL 存储机架，不是 NVLink 计算域。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NVIDIA STX 存储机架内部连接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