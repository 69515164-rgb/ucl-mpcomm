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1.6T 来自 V4-Pro 论文 arXiv:2606.19348：61 层，隐藏 7168，384 个路由专家，中间维 3072，每 token 激活 6 个，激活参数 49B。单个路由专家在全部层上是 3×7168×3072×61 = 4.030×10^9。384 个专家为 1.547×10^12，总参数 1.600×10^12 减去这一项，其余 5.260×10^10 含共享专家、注意力、mHC、词表和 MTP。10T 把专家数解成 2469，总参数 = 2469×4.030×10^9 + 5.260×10^10 = 1.000×10^13。FP4 容量 = 2469×4.030×10^9×0.5 字节 = 4.975 TB。640 GB 卡下限是 ceil(4.975 TB / 640 GB) = 8。单 token 通信量 6×3×7168×61 = 7.87×10^6 字节。每 token 仍只派 6 个专家，通信量不随专家总数变。后面几页是 N+2 @ 2TB @ 480 GB/s 内存池。每卡 15×10^15 FP4。注意力权重在字节模型里是 FP8（19.35 GB），算力取一半，7.50×10^15。HBM 432 GB，带宽 14.4 TB/s，计时取 80% 即 11.52 TB/s。H2D 写的是 1.6 Tb/s（小写 b，比特）：1.6×10^12 / 8 = 200 GB/s 峰值，80% 后 160 GB/s。这条链路只在 prefill 使用。DDR5 的 1.6 TB/s 和 1.3 TB 按一台 8 卡机器记。有效 1.28 TB/s，每卡分到 160 GB/s 和 162.5 GB，与 H2D 同速。超节点 16 台机器，本机 DDR 共 20.8 TB。D2D 是每卡接到全互联交换的 1.2 TB/s（字节），80% 后 0.96 TB/s。机内 8 卡 fullmesh，P2P 800 Gb/s = 100 GB/s 峰值，80% 后 80 GB/s。参数面同样 800 Gb/s，80% 后 80 GB/s。超节点内直挂总线的 DDR 池容量不设上限。访问带宽按每卡 480 GB/s 取 80%，即 384 GB/s，专供 decode 在 HBM 放不下时换入 KV。专家通信走 0.96 TB/s 的 D2D。若把 480 GB/s 理解成 128 卡共享，短输入的 10 毫秒和 30 毫秒全局批不变，1M 的 30 毫秒批会更低。本页按每卡。注意力 TP=8 留在机内 fullmesh，16 台机器做 DP=16。MoE EP=128 走 D2D。每卡扣掉路由 38.86 GB、共享 4.03 GB、注意力 2.42 GB 和 6 GB 预留后，128 卡 KV 余量 48.73 TB。Prefill 与 Decode 的副本数可以按吞吐配，副本个数不改变单副本的 TTFT 和 TPOT。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单请求不跨副本。增加 Prefill 节点是多放几份 128 卡副本，提高并发，单条 TTFT 不变。注意力在机内 8 卡做 TP，16 台机器是 16 路 DP。MoE 把 2469 个专家铺到 128 卡，每卡 19.3 个，路由权重 FP4，共享专家 FP8，注意力 FP8。时间 = max(计算, 读权重) + 把 KV 送到 Decode。注意力 FLOP 除以 128×7.50×10^15，专家 FLOP 除以 128×15.00×10^15。这一页的冷启动单请求不把机内 allreduce 算进 10 秒，allreduce 记在下一页的批上。与原先 DeepSeek 六页的拆分相同。在 S=9748150：indexer 6.0817s，HCA 3.1422s，专家 0.2864s，投影 0.3930s，稀疏注意力 0.0920s，合计计算 9.9953s。读权重 3.93 ms，KV 搬运 4.70 ms。S² 合计 9.22s，线性项 0.77s。4K 单条 TTFT 是 3.94 毫秒，停在读权重。1M 单条、无命中是 0.190 秒。该长度的 KV 约 48.15 GB，经 128×80 GB/s 的参数面送出。HBM 余量 48.73 TB，这一条放得下，H2D 不进这条 10 秒。H2D 1.6 Tb/s 取 80% 为 160 GB/s，与每卡 DDR 份额相同，只在 prefill 需要主机内存时使用。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这一页的批是 128 卡副本上的全局批，每卡条数 = 全局批 / 128。切分与上一页相同：注意力 TP=8、DP=16，MoE EP=128。KV 命中 90%。命中部分按参数面 80 GB/s 读。每条只把 10% 的 token 送进计算，这 10% 的 query 仍看全长上下文。时间 = 参数面读 KV + 注意力侧较长的一项 + 专家侧较长的一项。注意力侧在注意力计算、机内 allreduce、注意力权重之间取最大。专家侧在专家 GEMM、读专家权重、EP 之间取最大。这一页专家侧取 D2D combine。机内 allreduce：每组 token 数 = 现算 token / 16，每 token 7168×2 字节，环上 2×7/8，61 层，除以 80 GB/s。4K 全局批 19646：现算 8.0470e+06 token，allreduce 9.621s，注意力计算 0.404s，专家计算 0.237s，EP 0.344s，读权重 3.72 ms，读 KV 34.9 ms，合计 10.000s。再加一条是 10.000s。1M 全局批 76：现算 7.9692e+06，allreduce 9.528s，注意力计算 1.208s（indexer 0.535s），专家计算 0.234s，EP 0.340s，读 KV 34.6 ms，合计 9.903s。HBM 余量 48.73 TB。4K 能放 1970430 条，1M 能放 9399 条，都高于这页的时间批，所以 H2D 不进这页的 10 秒。单条、1,048,576 token、90% 命中的 TTFT 是 0.1303 秒，其中参数面读 KV 0.46 毫秒，allreduce 0.1254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Decode 与 Prefill 用同一份 128 卡副本：注意力 TP=8、DP=16，MoE EP=128。加 Decode 节点是多副本，单副本的 TPOT 不变。一步 = 注意力侧最长的一笔 + 专家侧最长的一笔。两段相加。命中率 = 1 − exp(−6×5248 / 2469) = 1.0000。最忙卡 = min(19.289, 均值 + 2σ) = 19.289，已经顶到每卡全部本地专家。读权重 (19.289×2.015 GB + 4.030 GB) / 11.52 TB/s = 3.723 ms。机内 allreduce：ceil(5248/16) = 328 条，每条 7168×2 字节，环上每层 2×7/8，61 层除以 80 GB/s = 6.275 ms。两项相加 9.998 ms，表上记 10.0 毫秒。5249 条是 10.017 ms。专家计算 0.193 ms，效率 0.797。EP 0.224 ms。注意力计算 0.272 ms。注意力权重 0.210 ms。4K – 1M 的全局批都是 5248，KV 全在 HBM。2M 降到 5174，存量约 4.7% 在总线内存池，池上稀疏读 6.25 ms，已经顶到 allreduce 留下的预算。4×10^6 降到 2589，9.75×10^6 降到 1062。换入走每卡 384 GB/s 的总线内存池，即 480 GB/s 的 80%，容量不设上限。H2D 只在 prefill。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毫秒用的切分与 10 毫秒相同：TP=8，DP=16，EP=128，128 卡一份副本。BS=21968 时 6×21968/2469 ≈ 53.39，命中率 1.0000，每卡 19.289 个专家全醒。读权重 (38.86 GB + 4.03 GB) / 11.52 TB/s = 3.723 ms。机内 allreduce：ceil(21968/16) = 1373 条，环上每层 2×7/8，61 层，除以 80 GB/s = 26.265 ms。两项相加 29.988 ms，表上记 30.0 毫秒。21969 条是 30.008 ms。专家 combine 0.938 ms，专家计算 0.774 ms，效率 0.834。注意力计算 1.113 ms。30 毫秒的通信限制在机内 8 卡 allreduce。EP 走 0.96 TB/s 的 D2D，这一步 0.94 毫秒，短于读权重。显存：每卡 432 − 38.86 − 4.03 − 2.42 − 6 = 380.69 GB，128 卡共 48.73 TB。HBM 放不下的 KV 走每卡总线内存池，有效 384 GB/s，即 480 GB/s 的 80%，容量不设上限。Decode 的换入走这条池，H2D 只在 prefill。512K、全局批 21968 时，存量的 14.5% 在池上，稀疏读 22.48 ms，仍短于 allreduce 26.26 ms，所以批保持 21968。1M 降到 11322，池上读 26.27 ms。2M 降到 5954，9.75×10^6 降到 1224。4K、输出 512、命中 90%：Prefill 1964.6 请求/秒。10 毫秒 Decode 1025.0 请求/秒，P:D ≈ 1:1.9。30 毫秒 Decode 1430.2 请求/秒，P:D ≈ 1:1.4。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BS 一律是 128 卡副本的全局批。每卡条数 = 全局批 / 128。存量 = S×4939.5 字节 + 4.50 MB。一步真正读的是压缩 indexer、最多 1024 条完整 KV 和 HCA，所以溢出比例高时，池上的读时延仍可能短于 allreduce。HBM 余量 48.73 TB。溢出进 GPU 的口是每卡总线内存池，有效 384 GB/s，容量不设上限。这个带宽是每卡 480 GB/s 取 80%。D2D 上的专家通信是每卡 1.2 TB/s 取 80%，即 0.96 TB/s。H2D 1.6 Tb/s 只在 prefill 使用，decode 换入走内存池。三条通路同时看，取最慢的一条，再和专家阶段相加。S=4096 store=24.7MB cap=1970430 b10=5248 spill10=0.00% pool10=0.00ms b30=21968 spill30=0.00% pool30=0.00ms t30=29.99ms S=8192 store=45.0MB cap=1083763 b10=5248 spill10=0.00% pool10=0.00ms b30=21968 spill30=0.00% pool30=0.00ms t30=29.99ms S=32768 store=166.4MB cap=292915 b10=5248 spill10=0.00% pool10=0.00ms b30=21968 spill30=0.00% pool30=0.00ms t30=29.99ms S=131072 store=651.9MB cap=74744 b10=5248 spill10=0.00% pool10=0.00ms b30=21968 spill30=0.00% pool30=0.00ms t30=29.99ms S=262144 store=1299.4MB cap=37501 b10=5248 spill10=0.00% pool10=0.00ms b30=21968 spill30=0.00% pool30=0.00ms t30=29.99ms S=524288 store=2594.2MB cap=18783 b10=5248 spill10=0.00% pool10=0.00ms b30=21968 spill30=14.50% pool30=22.48ms t30=29.99ms S=1048576 store=5183.9MB cap=9399 b10=5248 spill10=0.00% pool10=0.00ms b30=11322 spill30=16.98% pool30=26.27ms t30=30.00ms 2M 的 10 毫秒批 5174，池上读 6.25 ms。4×10^6 的 10 毫秒批 2589，30 毫秒批 2982。9.75×10^6 的 10 毫秒批 1062，30 毫秒批 1224。单条 1M、90% 命中的 TTFT 是 0.1303 秒。冷的 1M 单条是 0.190 秒。第 3 页 Prefill：4K 19646，8K 9823，32K 2455，128K 613，256K 306，512K 153，1M 76。P:D 按 4K 进、512 出、90% 命中：Prefill 1964.6 请求/秒，10 毫秒 Decode 1025.0 请求/秒（1:1.92），30 毫秒 Decode 1430.2 请求/秒（1:1.37）。副本数按这个吞吐比配置，单副本时延不变。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模型结构    ·    1.6T 论文到 10T 外推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同一骨架，只加路由专家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  / 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N+2 @ 2TB @ 480 GB/s 内存池、一份 128 卡副本    ·    访存与通信取峰值的 80%    ·    专家 FP4、注意力 FP8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8229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1.6T 是 V4-Pro 论文原模型。10T 沿用层数、隐藏和中间维，用路由专家个数把总参数对齐到 10^13。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133856"/>
          <a:ext cx="11430000" cy="3621024"/>
        </p:xfrm>
        <a:graphic>
          <a:graphicData uri="http://schemas.openxmlformats.org/drawingml/2006/table">
            <a:tbl>
              <a:tblPr firstRow="1"/>
              <a:tblGrid>
                <a:gridCol w="1965960"/>
                <a:gridCol w="2880360"/>
                <a:gridCol w="2331720"/>
                <a:gridCol w="425196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1.6T  论文 V4-Pro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10T  外推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备注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总参数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1.600×10^12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1.000×10^13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 未发布 10T，本档是外推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路由专家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384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2469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×6.43。增量全部记在专家个数上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激活参数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4.9×10^10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4.9×10^10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token 仍激活 6 个路由专家 + 1 个共享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激活比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3.06%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0.49%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专家表变大，单 token 激活不变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FP4 专家表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0.774 TB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4.975 TB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单个专家全层 2.015 GB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 / 隐藏 / 中间维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/ 7168 / 3072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外推不动这三项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CSA m=4，topk=1024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HCA m′=128，滑窗 128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层 CSA、31 层 HCA。KV 仍是 4939.5 B/token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 token 专家通信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7.87×10^6 字节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× 3 × 7168 × 61，与专家总数无关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640 GB 卡下限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张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张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只按 FP4 专家表。时延页用 N+2 的 432 GB × 128 卡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84048" y="4956048"/>
            <a:ext cx="11430000" cy="1316736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5010912"/>
            <a:ext cx="11137392" cy="12070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外推式：总参数 = 专家数 × 4.030×10^9 + 5.260×10^10。单个专家 = 3 × 7168 × 3072 × 61。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N+2 @ 2TB @ 480 GB/s 内存池：专家 15 P FP4，注意力 7.50 P FP8。HBM 432 GB，14.4 TB/s 取 80% 为 11.52 TB/s。H2D 每卡 1.6 Tb/s 取 80% 为 160 GB/s，只在 prefill。机内 DDR5 每机 1.6 TB/s、1.3 TB。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D2D 每卡 1.2 TB/s 取 80% 为 0.96 TB/s，专家通信走这里。内存池每卡 480 GB/s 取 80% 为 384 GB/s，容量不设上限，供 decode 换入。8 卡 P2P 与参数面 800 Gb/s 取 80% 为 80 GB/s。超节点 128 卡，机内 8 卡 fullmesh。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Prefill    ·    TTFT ≤ 10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10 秒对应的最大输入是 9.75×10^6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2  / 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N+2 @ 2TB @ 480 GB/s 内存池、一份 128 卡副本    ·    访存与通信取峰值的 80%    ·    专家 FP4、注意力 FP8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一条请求放在一个 128 卡副本上。计算 10.0 秒，读权重 3.9 毫秒，送 KV 4.7 毫秒。S² 占 9.22 秒，线性项占 0.77 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35024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并行策略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1591056"/>
          <a:ext cx="11430000" cy="2157984"/>
        </p:xfrm>
        <a:graphic>
          <a:graphicData uri="http://schemas.openxmlformats.org/drawingml/2006/table">
            <a:tbl>
              <a:tblPr firstRow="1"/>
              <a:tblGrid>
                <a:gridCol w="1417320"/>
                <a:gridCol w="4937760"/>
                <a:gridCol w="507492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机内 TP=8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台机器做 DP=16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超节点 EP=128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一份模型铺满 128 卡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通信域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卡 fullmesh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 80 GB/s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 卡 D2D，有效 0.96 TB/s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走参数面，有效 80 GB/s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每卡权重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 19.35 GB / 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 2.42 GB FP8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路由专家 19.3 个，38.9 GB FP4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共享专家 4.03 GB，每卡一份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本阶段角色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S² 来自 indexer 和 HCA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决定输入能写多长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 GEMM 随 token 线性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到这个长度约占 0.29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84048" y="3895344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10 秒怎么落到这个输入长度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4206240"/>
          <a:ext cx="11430000" cy="1938528"/>
        </p:xfrm>
        <a:graphic>
          <a:graphicData uri="http://schemas.openxmlformats.org/drawingml/2006/table">
            <a:tbl>
              <a:tblPr firstRow="1"/>
              <a:tblGrid>
                <a:gridCol w="1554480"/>
                <a:gridCol w="6903720"/>
                <a:gridCol w="2971800"/>
              </a:tblGrid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这一笔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 = 9.75×10^6 时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CSA indexer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层 × 2048 × S²，除以 128 × 7.50×10^15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6.08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HCA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 层 × 1024 × S²，除以同一 FP8 算力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 GEMM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token 5.64×10^10 FLOP × S，除以 128 × 15.00×10^15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0.29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投影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token 3.87×10^10 FLOP × S，除以 FP8 算力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0.39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稀疏注意力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token 看 1024 条压缩 KV + 128 滑窗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读权重 + 送 KV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 45.31 GB / 11.52 TB/s；KV 48.15 GB / (128×80 GB/s)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3.93 毫秒 + 4.70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计算和读权重取长的一项，再加送 KV。机内 allreduce 记在下一页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 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Prefill    ·    TTFT ≤ 10 秒    ·    KV 命中 90%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4K 的 prefill 全局批是 19646，1M 是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3  / 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N+2 @ 2TB @ 480 GB/s 内存池、一份 128 卡副本    ·    访存与通信取峰值的 80%    ·    专家 FP4、注意力 FP8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多条同时进同一份 128 卡副本。命中 90% 的 KV 走参数面，只现算 10%。注意力侧取 allreduce，再加 D2D 上的专家通信。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1673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10 秒在两个端点上怎么加完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1536192"/>
          <a:ext cx="11430000" cy="2157984"/>
        </p:xfrm>
        <a:graphic>
          <a:graphicData uri="http://schemas.openxmlformats.org/drawingml/2006/table">
            <a:tbl>
              <a:tblPr firstRow="1"/>
              <a:tblGrid>
                <a:gridCol w="1554480"/>
                <a:gridCol w="4709160"/>
                <a:gridCol w="2606040"/>
                <a:gridCol w="2560320"/>
              </a:tblGrid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笔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4K，全局批 19646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1M，全局批 76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现算 token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 × 输入 × 0.1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8.05×10^6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7.97×10^6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机内 allreduce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每组现算 token × 7168 × 2 字节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层 × 2×7/8 / 80 GB/s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9.62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9.53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indexer、HCA、稀疏注意力、投影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除以 FP8 的 7.50 P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0.40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1.21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最忙卡 BF16 combine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除以每卡 0.96 TB/s 的 D2D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相加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注意力侧取 allreduce，专家侧取 EP，再加参数面读 KV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 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9.90 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84048" y="3822191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同一条 10 秒，输入从 4K 到 1M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4114800"/>
          <a:ext cx="11430000" cy="1755648"/>
        </p:xfrm>
        <a:graphic>
          <a:graphicData uri="http://schemas.openxmlformats.org/drawingml/2006/table">
            <a:tbl>
              <a:tblPr firstRow="1"/>
              <a:tblGrid>
                <a:gridCol w="960120"/>
                <a:gridCol w="1417320"/>
                <a:gridCol w="868680"/>
                <a:gridCol w="1554480"/>
                <a:gridCol w="1417320"/>
                <a:gridCol w="1417320"/>
                <a:gridCol w="1691640"/>
                <a:gridCol w="2103120"/>
              </a:tblGrid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秒全局批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现算 token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allreduce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专家通信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 KV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19646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153.5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8.05×10^6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9.62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0.34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0.40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34.9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9823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76.7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8.05×10^6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9.62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0.41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34.9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2455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8.04×10^6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9.62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0.43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34.9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613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8.03×10^6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9.61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0.50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34.9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8.02×10^6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9.59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0.60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34.8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512K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153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8.02×10^6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9.59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0.81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34.8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0.59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7.97×10^6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9.53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0.34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1.21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34.6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84048" y="6089904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这些批的 KV 都放得进 HBM：4K 能放 197.0 万 条，1M 能放 9399 条。参数面读命中 KV 约 34.9 毫秒。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   ·    TPOT ≤ 10 毫秒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10 毫秒、短输入，全局批 5248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4  / 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N+2 @ 2TB @ 480 GB/s 内存池、一份 128 卡副本    ·    访存与通信取峰值的 80%    ·    专家 FP4、注意力 FP8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整卡专家 3.72 毫秒，机内 allreduce 6.27 毫秒。专家 GEMM 0.19 毫秒，D2D 上的 EP 0.22 毫秒。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350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并行策略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335024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短输入（4K）这一步怎么加到 10 毫秒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1627632"/>
          <a:ext cx="5852160" cy="2414016"/>
        </p:xfrm>
        <a:graphic>
          <a:graphicData uri="http://schemas.openxmlformats.org/drawingml/2006/table">
            <a:tbl>
              <a:tblPr firstRow="1"/>
              <a:tblGrid>
                <a:gridCol w="1051560"/>
                <a:gridCol w="2331720"/>
                <a:gridCol w="246888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TP=8，DP=16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每组 token 数 = ⌈BS / 16⌉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EP=128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2469 个专家，每卡 19.3 个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每层机内 allreduce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这一步 6.27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最忙卡 BF16 combine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这一步 0.22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访存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注意力权重 2.42 GB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这一步 0.21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19.3 个专家这一步 3.72 毫秒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整张本地表都读到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行数 = ⌈BS / 16⌉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16 行砖对齐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每个命中专家约 12.8 个 token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行砖，效率 80%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46520" y="1627632"/>
          <a:ext cx="5349240" cy="2816352"/>
        </p:xfrm>
        <a:graphic>
          <a:graphicData uri="http://schemas.openxmlformats.org/drawingml/2006/table">
            <a:tbl>
              <a:tblPr firstRow="1"/>
              <a:tblGrid>
                <a:gridCol w="1097280"/>
                <a:gridCol w="3200400"/>
                <a:gridCol w="105156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笔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白话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1 − exp(−6×5248 / 2469) = 100%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最忙卡按均值 + 2σ，顶到 19.3 个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读专家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42.89 GB（路由 + 共享）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除以 11.52 TB/s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3.72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机内通信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每组 328 条 × 7168 × 2 字节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层 × 2×7/8 / 80 GB/s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6.27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每个命中专家约 12.8 个 token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行砖，效率 80%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0.19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最忙卡送出的 BF16 combine / 0.96 TB/s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0.22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相加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注意力侧 6.27，专家侧 3.72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 毫秒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4K – 1M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5248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41.0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全在 HBM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012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643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5174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40.4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4.7% 在总线内存池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4×10^6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2589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20.2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4.8% 在总线内存池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6228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9.75×10^6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1062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8.3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4.7% 在总线内存池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   ·    TPOT ≤ 30 毫秒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30 毫秒、短输入，全局批 21968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5  / 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N+2 @ 2TB @ 480 GB/s 内存池、一份 128 卡副本    ·    访存与通信取峰值的 80%    ·    专家 FP4、注意力 FP8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专家整卡读完 3.72 毫秒，机内 allreduce 26.26 毫秒。D2D 上的 EP 0.94 毫秒。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35024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并行策略    ·    和 10 毫秒同一份切分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335024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短输入、全局批 21968，这一步怎么加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1627632"/>
          <a:ext cx="5852160" cy="2414016"/>
        </p:xfrm>
        <a:graphic>
          <a:graphicData uri="http://schemas.openxmlformats.org/drawingml/2006/table">
            <a:tbl>
              <a:tblPr firstRow="1"/>
              <a:tblGrid>
                <a:gridCol w="1051560"/>
                <a:gridCol w="2331720"/>
                <a:gridCol w="246888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仍是 TP=8，DP=16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21968 / 16 = 1373 条 / 组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仍是 EP=128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 19.3 个专家全醒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allreduce 随批线性涨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这一档是注意力侧最长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combine 走 0.96 TB/s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0.94 毫秒，短于读权重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访存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短输入全在 HBM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放不下走每卡内存池 384 GB/s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38.9 GB 路由 + 4.03 GB 共享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 11.52 TB/s = 3.72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 1.11 毫秒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短于 allreduce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每专家约 53.4 token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行砖，效率 83%，0.77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46520" y="1627632"/>
          <a:ext cx="5349240" cy="2761488"/>
        </p:xfrm>
        <a:graphic>
          <a:graphicData uri="http://schemas.openxmlformats.org/drawingml/2006/table">
            <a:tbl>
              <a:tblPr firstRow="1"/>
              <a:tblGrid>
                <a:gridCol w="1143000"/>
                <a:gridCol w="3154680"/>
                <a:gridCol w="105156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笔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白话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读权重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命中率 100%，19.3 个专家全读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42.89 GB / 11.52 TB/s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3.72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机内通信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每组 1373 条 × 7168 × 2 字节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层 × 2×7/8 / 80 GB/s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26.26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21968 × 6 / 2469 ≈ 53.4 token / 专家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对齐效率 83%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最忙卡 combine / 0.96 TB/s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0.94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短输入的打分和投影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1.11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相加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注意力侧 26.26，专家侧 3.72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30.0 毫秒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4K – 256K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21968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171.6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全在 HBM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012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643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512K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21968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171.6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14.5% 在总线内存池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11322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88.5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17.0% 在总线内存池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6228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9.75×10^6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1224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9.6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17.3% 在总线内存池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   ·    不同输入下的最大全局批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1M 的 10 毫秒仍是 5248，30 毫秒降到 11322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6  / 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N+2 @ 2TB @ 480 GB/s 内存池、一份 128 卡副本    ·    访存与通信取峰值的 80%    ·    专家 FP4、注意力 FP8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全局批是 128 卡上的条数。放不下的 KV 进每卡总线内存池，480 GB/s 取 80% 为 384 GB/s，容量不设上限。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1371600"/>
          <a:ext cx="11430000" cy="3017520"/>
        </p:xfrm>
        <a:graphic>
          <a:graphicData uri="http://schemas.openxmlformats.org/drawingml/2006/table">
            <a:tbl>
              <a:tblPr firstRow="1"/>
              <a:tblGrid>
                <a:gridCol w="1051560"/>
                <a:gridCol w="1234440"/>
                <a:gridCol w="1234440"/>
                <a:gridCol w="1554480"/>
                <a:gridCol w="914400"/>
                <a:gridCol w="1600200"/>
                <a:gridCol w="914400"/>
                <a:gridCol w="292608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每条 KV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 能放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毫秒全局批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毫秒全局批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毫秒的 KV 放哪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24.7 MB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197.0 万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21968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171.6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全在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45.0 MB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108.4 万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21968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171.6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全在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166.4 MB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29.3 万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21968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171.6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全在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651.9 MB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7.47 万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21968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171.6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全在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1.30 GB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3.75 万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21968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171.6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全在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512K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2.59 GB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 万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5248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41.0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21968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171.6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14.5% 在总线内存池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5.18 GB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9399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5248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41.0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11322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88.5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17.0% 在总线内存池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84048" y="4590288"/>
            <a:ext cx="11430000" cy="1682496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4645152"/>
            <a:ext cx="11137392" cy="15727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10 毫秒在 4K – 1M 都是 5248，全在 HBM。一步是机内 allreduce 6.27 毫秒加读专家 3.72 毫秒。2M 降到 5174（4.7% 在总线内存池）。4×10^6 为 2589，9.75×10^6 为 1062。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30 毫秒在 4K – 256K 仍是 21968。512K 仍是 21968，14.5% 在总线内存池：稀疏读 22.5 毫秒，短于 allreduce 26.26 毫秒。1M 降到 11322，2M 为 5954，9.75×10^6 为 1224。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Prefill 的 10 秒全局批在第 3 页：4K 为 19646，1M 为 76。4K 进、512 出、90% 命中时，P:D 在 10 毫秒约 1:1.9，在 30 毫秒约 1:1.4。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10T DeepSeek：N+2 @ 2TB @ 480 GB/s 内存池上的 TTFT / TPOT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