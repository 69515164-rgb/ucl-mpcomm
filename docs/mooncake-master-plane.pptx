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Mooncake Store 的 Decode 侧 Client 访问 Master 是 RPC。master.cpp 里 MC_RPC_PROTOCOL 默认 tcp，只有环境变量精确等于 rdma 时才改协议。默认端口 50051，来自 --port 的默认值；--rpc_port 为 0 时回退到它。--rpc_enable_tcp_no_delay 默认 true。--rpc_address 默认 0.0.0.0，即所有网卡监听。--rpc_interface 非空时用该网卡的 IPv4 覆盖 rpc_address，例如 --rpc_interface=eth0。客户端地址是 master_server_addr，形如 IP:50051。报文从 Decode 主机路由到这个 IP 的那张网卡出去。因此业务面网卡只有在 Master IP 配在业务面地址上时才承载这跳 RPC。代码没有单独的控制面网卡类型。KV 字节走 TransferEngine 的 RDMA READ 或 WRITE，目的是对端已注册内存的地址和 rkey，不进入 Master。--rpc_thread_num 为 0 时使用已废弃的 --max_threads，其默认值是 4。MemFabric 的 README 写明没有这类 Master。acc_links 用 Host TCP 传进程间控制命令。数据面按南向插件走 Device UB、Device RoCE、Host RoCE 等，xcopy 使用全局虚拟地址。示例里的 store_url 是 tcp://ip:port，用于配置发现，不是 KV 数据面。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28016"/>
            <a:ext cx="932688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Mooncake Store    ·    有 Master    ·    MemFabric 无此节点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2918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Decode 到 Master 默认是 TCP RPC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46304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  / 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768096"/>
            <a:ext cx="11430000" cy="365760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11173968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网卡由 Master 的 IP 决定。这个 IP 配在业务面网卡上，RPC 就走业务面。KV 字节不走这跳。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298448"/>
            <a:ext cx="3246120" cy="41605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71600"/>
            <a:ext cx="299008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Decode 节点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664208"/>
            <a:ext cx="299008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推理进程里的 Mooncake Client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048256"/>
            <a:ext cx="28803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121408"/>
            <a:ext cx="2660904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RPC 出口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660904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路由到 Master IP 的网卡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TCP，默认端口 50051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529584"/>
            <a:ext cx="28803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3621024"/>
            <a:ext cx="2660904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RDMA 网卡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931920"/>
            <a:ext cx="2660904" cy="1097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TransferEngine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RDMA READ / WRITE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KV 字节从这里出去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67328" y="2487168"/>
            <a:ext cx="1051560" cy="256032"/>
          </a:xfrm>
          <a:prstGeom prst="rightArrow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2084831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TCP RPC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56048" y="1298448"/>
            <a:ext cx="32461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84064" y="1371600"/>
            <a:ext cx="299008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Master 节点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4064" y="1700784"/>
            <a:ext cx="2990088" cy="1737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mooncake_master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监听 50051，TCP_NODELAY 开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处理 PutStart、GetReplicaList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返回偏移、副本和租约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默认线程数 4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767328" y="4160520"/>
            <a:ext cx="4434840" cy="256032"/>
          </a:xfrm>
          <a:prstGeom prst="rightArrow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3785615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RDMA    KV 字节，不经过 Master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66760" y="3246120"/>
            <a:ext cx="3429000" cy="2212848"/>
          </a:xfrm>
          <a:prstGeom prst="roundRect">
            <a:avLst/>
          </a:prstGeom>
          <a:solidFill>
            <a:srgbClr val="E7F3F2"/>
          </a:solidFill>
          <a:ln w="12700">
            <a:solidFill>
              <a:srgbClr val="0E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94776" y="3346704"/>
            <a:ext cx="317296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DDR 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94776" y="3694176"/>
            <a:ext cx="3172968" cy="1554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其他节点上已注册的 DRAM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对端网卡按 rkey 做 DMA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对端 CPU 不读这次请求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" y="5596128"/>
            <a:ext cx="11430000" cy="841248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" y="5632704"/>
            <a:ext cx="11173968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Master 默认 bind 0.0.0.0，所有网卡都听。--rpc_interface=eth0 时改用这张网卡的 IPv4。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Decode 从路由到该 IP 的口发出。MC_RPC_PROTOCOL 默认 tcp，只有设成 rdma 时这跳才改走 RDMA 网卡。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6601968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MemFabric 没有 Master    ·    进程间控制是 Host TCP    ·    数据走 Device UB / RoCE 或 Host RoCE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Mooncake Decode 到 Master 的 RPC 平面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