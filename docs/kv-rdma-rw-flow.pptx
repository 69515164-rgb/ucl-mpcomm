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这一页说明 Decode 读取已有前缀 KV 的两条控制路径，都不是时序轴。PD 直连来自 vLLM MooncakeConnector。调度在 kv_transfer_params 里放 do_remote_prefill、remote_host、remote_port。Decode worker 的 receive_kv 经 ZMQ 把 MooncakeAgentMetadata 发给 Prefill：remote_hostname、remote_port、kv_caches_base_addr、block_ids、request_ids。Prefill 的 send_kv_to_decode 计算 src = 本端 layer base + local block * block_len，dst = Decode layer base + remote block * block_len，调用 batch_transfer_sync_write。数据面是 Prefill 发起的 RDMA WRITE，Decode 网卡把字节 DMA 进已注册 HBM。ZMQ 回 TRANS_DONE 后 Decode 才把该请求记入 finished_recving。save_kv_layer 不参与这次读取。KV 池路径来自 Mooncake Store。Decode 对 Master 发 GetReplicaList(key)，响应含 replicas、lease_ttl_ms。MEMORY 副本用 TransferEngine RDMA READ buffer_address。LOCAL_DISK 副本先对持有节点发 BatchGetOffloadObject，对端从 SSD 读入 ClientBuffer，响应含 batch_id、pointers、transfer_engine_addr，Decode 再 RDMA READ 这块暂存，然后 release_offload_buffer。SSD 不是 RDMA 的目标地址。两条路径的 TransferRequest 都只有 opcode、source、target_id、target_offset、length。位置在控制面已经变成地址。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写 KV 分默认路径和入池路径。vLLM MooncakeConnector.save_kv_layer 直接返回，不提交 TransferRequest。新 token 的 KV 留在 Decode 进程已经 registerLocalMemory 的 HBM 里，下一步 attention 本地读取。要放进 Mooncake Store 给别的请求复用时，走两阶段元数据。PutStart 在 Master 上占配额、按 AllocationStrategy 从某个 segment 分配缓冲，副本状态为 PROCESSING，把 endpoint 和 buffer_address 还给 Decode。segment 属于本机时，写入就是到 Host DDR 的本地拷贝；segment 属于别的节点时，Decode 作为发起方 post IBV_WR_RDMA_WRITE，对端网卡按 rkey 做 DMA，对端 CPU 不读请求。PutEnd 校验写者后把副本标为 COMPLETE。失败则 PutRevoke，释放缓冲。SSD 不是 TransferRequest 的一种 opcode。enable_offload 时，COMPLETE 之后由 Master 控制面排队，客户端把对象写入 MOONCAKE_OFFLOAD_FILE_STORAGE_PATH，副本类型变为 LOCAL_DISK。offload_on_evict 则拖到淘汰时才写盘。读这条副本的控制消息是 BatchGetOffloadObject，数据面仍是对暂存缓冲的 RDMA READ。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KV    ·    控制消息与单边 RDMA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读前缀时，控制消息只交换地址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46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注册只做一次：ram 元数据含 addr、length、rkey；rpc_meta 含 ip 和 rpc_port；首次 QP 交换 qp_num、lid、gid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786384"/>
            <a:ext cx="11430000" cy="34747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786384"/>
            <a:ext cx="1117396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PD 直连由 Prefill 发起 WRITE。KV 池由 Decode 发起 READ。字节进入本端 HBM 后才开始 attention。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43584"/>
            <a:ext cx="5632704" cy="310896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43584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PD 直连    Prefill 把 KV 写入 Decode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43584"/>
            <a:ext cx="5632704" cy="310896"/>
          </a:xfrm>
          <a:prstGeom prst="round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243584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池    Decode 自己把 KV 读回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627632"/>
            <a:ext cx="5632704" cy="10607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719072"/>
            <a:ext cx="64008" cy="87782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8249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167335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调度  →  Decode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56816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带上 do_remote_prefill、remote_host、remote_port，并分配本地 block。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761488"/>
            <a:ext cx="5632704" cy="10607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852928"/>
            <a:ext cx="64008" cy="87782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1635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80720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Decode  →  Prefill，ZMQ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90672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送出 hostname、rpc_port、各层 kv base、block id。这是控制消息，不是 KV 本体。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895344"/>
            <a:ext cx="5632704" cy="1060704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986783"/>
            <a:ext cx="64008" cy="87782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50207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94106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Prefill  →  Decode HBM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24528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RDMA WRITE。源是 Prefill 的 block，目的地址是 Decode base 加 block 乘 block_len。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029200"/>
            <a:ext cx="5632704" cy="10607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5120640"/>
            <a:ext cx="64008" cy="87782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8406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50749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Prefill  →  Decode，ZMQ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58384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返回 TRANS_DONE。Decode 收到后才 forward。失败则是 TRANS_ERROR。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627632"/>
            <a:ext cx="5632704" cy="10607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1719072"/>
            <a:ext cx="64008" cy="87782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168249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167335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Decode  →  Master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1956816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GetReplicaList(block key)。Master 给出可读副本，并发放读租约。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2761488"/>
            <a:ext cx="5632704" cy="10607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1344" y="2852928"/>
            <a:ext cx="64008" cy="87782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281635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280720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Master  →  Decode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3090672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MEMORY 返回 endpoint 和 buffer_address。LOCAL_DISK 返回盘所在节点的 rpc。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1344" y="3895344"/>
            <a:ext cx="5632704" cy="1060704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81344" y="3986783"/>
            <a:ext cx="64008" cy="87782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3950207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394106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Decode  →  远端内存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4224528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内存副本直接 RDMA READ。盘副本先 RPC，对端把对象读进暂存，再 READ 这块暂存。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81344" y="5029200"/>
            <a:ext cx="5632704" cy="10607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1344" y="5120640"/>
            <a:ext cx="64008" cy="877824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508406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1152" y="50749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本端 CQ  →  Decode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5936" y="5358384"/>
            <a:ext cx="534009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全部 slice 为 COMPLETED 后，前缀 KV 已经在本地 HBM，Decode 开始 attention。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5097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KV    ·    控制消息与单边 RDMA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新 KV 先留在本端，入池才写出去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46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注册只做一次：ram 元数据含 addr、length、rkey；rpc_meta 含 ip 和 rpc_port；首次 QP 交换 qp_num、lid、gid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786384"/>
            <a:ext cx="11430000" cy="34747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786384"/>
            <a:ext cx="1117396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本步 attention 的 K、V 写进本地 HBM。MooncakeConnector 的 save_kv_layer 不向外发送。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43584"/>
            <a:ext cx="5632704" cy="310896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243584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    只留在本端 HBM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43584"/>
            <a:ext cx="5632704" cy="310896"/>
          </a:xfrm>
          <a:prstGeom prst="round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243584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入池    控制面先分配，再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0"/>
            <a:ext cx="5632704" cy="93268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737360"/>
            <a:ext cx="64008" cy="749808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0078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169164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Attention  →  本端 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75104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新 token 的 K 和 V 写入下一个本地 block。这一步没有 TransferRequest。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651760"/>
            <a:ext cx="5632704" cy="9326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743200"/>
            <a:ext cx="64008" cy="74980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0662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26974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调度  →  下一步 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80944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后续 token 直接读这块本地 KV。不查 Master，也不打开远端 segment。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657600"/>
            <a:ext cx="5632704" cy="93268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749039"/>
            <a:ext cx="64008" cy="74980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12463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7033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请求结束  →  仍在本地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86784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Connector 不把 Decode 新 KV 推回 Prefill。要复用才走右侧入池。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681728"/>
            <a:ext cx="5632704" cy="10241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754880"/>
            <a:ext cx="53400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这块 HBM 在启动时已经注册。下一步 Decode 按本地 block 地址读取，不打开远端 segment，也不产生完成队列。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1645920"/>
            <a:ext cx="5632704" cy="76809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1737360"/>
            <a:ext cx="64008" cy="585215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170078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169164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Decode  → 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1975104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PutStart(key, 字节数)。对象先记为 PROCESSING，读者还看不见。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2468880"/>
            <a:ext cx="5632704" cy="76809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1344" y="2560320"/>
            <a:ext cx="64008" cy="585215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252374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5146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Master  →  Decode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2798064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返回 segment 和 offset。本机 segment 是 Host DDR，远端 segment 是 remote DDR。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3291840"/>
            <a:ext cx="5632704" cy="768096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81344" y="3383280"/>
            <a:ext cx="64008" cy="585215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34670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333756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Decode  →  这段内存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3621024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本机做拷贝。远端 post RDMA WRITE。盘不在这次请求里。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4114800"/>
            <a:ext cx="5632704" cy="76809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4" y="4206240"/>
            <a:ext cx="64008" cy="585215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4169663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1152" y="41605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Decode  →  Master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5936" y="4443984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PutEnd。副本变为 COMPLETE，其他 Decode 的 GetReplicaList 才能读到。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1344" y="4937760"/>
            <a:ext cx="5632704" cy="76809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81344" y="5029200"/>
            <a:ext cx="64008" cy="585215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499262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1152" y="49834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Master  →  持有副本的客户端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5936" y="5266944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PutEnd 之后或淘汰时，客户端把对象写入本地 SSD，副本改为 LOCAL_DISK。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" y="5870448"/>
            <a:ext cx="11430000" cy="60350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" y="5870448"/>
            <a:ext cx="11173968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写到哪里在控制面定完。TransferRequest 只剩 opcode、本地地址、segment、offset、length。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远端 DDR 是访存语义。SSD 要等卸载控制把对象装进暂存，才再次变成 RDMA READ。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 读写 KV 的控制与数据交互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