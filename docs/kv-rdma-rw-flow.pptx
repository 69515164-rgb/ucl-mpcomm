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这页是交互关系，不是时序图。参与者从左到右：调用方、本端 TransferEngine、本端网卡、对端网卡、对端已注册内存。建链一次：register 内存，元数据公布 addr、length、rkey；首次通信交换 QP，建成 RC。READ：调用方提交 opcode=READ、source、target_id、target_offset、length。引擎按默认 64KB 切 slice，选网卡，ibv_post_send 的 opcode 为 IBV_WR_RDMA_READ，imm_data=0。WR 里是本地地址和 lkey、远端地址和 rkey、长度。对端网卡从注册内存读出字节送回，本端写入 source。完成队列在本端，getTransferStatus 看到全部 slice 完成后返回 COMPLETED。WRITE：opcode=WRITE，source 是要推出去的 KV。WR 为 IBV_WR_RDMA_WRITE，数据随 WR 到对端网卡，写入 dest_addr。对端 CPU 不读 TransferRequest，也没有软件层的响应报文。因此 target_rate 只能由本端引擎在 post 之前用来放行 slice。READ 控的是拉取速度，WRITE 控的是推送速度。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28016"/>
            <a:ext cx="93268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TransferEngine    ·    单边 RDMA    ·    READ / 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两次交互都由本端发起，完成也回到本端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46304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RC 事先建好    ·    slice 默认 64 KB    ·    WR 的 imm_data 为 0    ·    对端 CPU 不读 TransferRequest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786384"/>
            <a:ext cx="11430000" cy="3657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786384"/>
            <a:ext cx="11173968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内存注册、rkey 公布和 QP 交换只做一次。下面每次 KV 访问都走已经建好的 RC。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243584"/>
            <a:ext cx="11430000" cy="292608"/>
          </a:xfrm>
          <a:prstGeom prst="round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243584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    本端把远端 KV 拉回本地缓冲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865376"/>
            <a:ext cx="1700784" cy="71323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93852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调用方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2311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填好本次请求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212848" y="2121408"/>
            <a:ext cx="365760" cy="182880"/>
          </a:xfrm>
          <a:prstGeom prst="rightArrow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1591056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READ 请求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33472" y="1865376"/>
            <a:ext cx="1700784" cy="71323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193852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本端引擎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6624" y="22311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切 slice，提交前控速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389120" y="2121408"/>
            <a:ext cx="365760" cy="182880"/>
          </a:xfrm>
          <a:prstGeom prst="rightArrow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33088" y="1591056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RDMA READ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9744" y="1865376"/>
            <a:ext cx="1700784" cy="71323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82896" y="193852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本端网卡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82896" y="22311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post WR，收 CQ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65392" y="2121408"/>
            <a:ext cx="365760" cy="182880"/>
          </a:xfrm>
          <a:prstGeom prst="rightArrow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591056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地址 + rkey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86016" y="1865376"/>
            <a:ext cx="1700784" cy="71323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168" y="193852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对端网卡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2311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只做 DMA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741664" y="2121408"/>
            <a:ext cx="365760" cy="182880"/>
          </a:xfrm>
          <a:prstGeom prst="rightArrow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5632" y="1591056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读出字节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62288" y="1865376"/>
            <a:ext cx="1700784" cy="713232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193852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对端内存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2311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已注册的 DDR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" y="2651760"/>
            <a:ext cx="11430000" cy="365760"/>
          </a:xfrm>
          <a:prstGeom prst="round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" y="2651760"/>
            <a:ext cx="11173968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返回：字节由对端网卡送回本端网卡，写入本地 source。CQ 在本端，调用方得到 COMPLETED。对端没有软件响应。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048" y="3456432"/>
            <a:ext cx="11430000" cy="292608"/>
          </a:xfrm>
          <a:prstGeom prst="round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" y="3456432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WRITE    本端把本地 KV 推进远端内存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078224"/>
            <a:ext cx="1700784" cy="713232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415137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调用方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4443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填好本次请求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2212848" y="4334256"/>
            <a:ext cx="365760" cy="182880"/>
          </a:xfrm>
          <a:prstGeom prst="righ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56816" y="3803904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WRITE 请求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33472" y="4078224"/>
            <a:ext cx="1700784" cy="713232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6624" y="415137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本端引擎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06624" y="4443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切 slice，提交前控速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389120" y="4334256"/>
            <a:ext cx="365760" cy="182880"/>
          </a:xfrm>
          <a:prstGeom prst="righ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33088" y="3803904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RDMA WRITE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09744" y="4078224"/>
            <a:ext cx="1700784" cy="713232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82896" y="415137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本端网卡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82896" y="4443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post WR，收 CQ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6565392" y="4334256"/>
            <a:ext cx="365760" cy="182880"/>
          </a:xfrm>
          <a:prstGeom prst="righ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803904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数据 + rkey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86016" y="4078224"/>
            <a:ext cx="1700784" cy="713232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9168" y="415137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对端网卡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59168" y="4443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只做 DMA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8741664" y="4334256"/>
            <a:ext cx="365760" cy="182880"/>
          </a:xfrm>
          <a:prstGeom prst="righ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85632" y="3803904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写入字节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62288" y="4078224"/>
            <a:ext cx="1700784" cy="713232"/>
          </a:xfrm>
          <a:prstGeom prst="roundRect">
            <a:avLst/>
          </a:prstGeom>
          <a:solidFill>
            <a:srgbClr val="E7F3F2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35440" y="415137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对端内存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35440" y="4443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已注册的 DDR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84048" y="4864608"/>
            <a:ext cx="11430000" cy="3657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2064" y="4864608"/>
            <a:ext cx="11173968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返回：对端网卡写完注册内存即结束。CQ 仍在本端，调用方得到 COMPLETED。对端没有软件响应。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84048" y="5687568"/>
            <a:ext cx="11430000" cy="749808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控速点在本端引擎，post WR 之前。target_rate 加在 TransferRequest 上，只有这一侧读得到。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READ 的速率是本端拉取的速度，WRITE 的速率是本端推送的速度。对端网卡按 rkey 搬运，不解析这个字段。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TransferEngine READ 与 WRITE 的交互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