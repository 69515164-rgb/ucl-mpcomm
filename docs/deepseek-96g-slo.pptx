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1.6T 来自 V4-Pro 论文 arXiv:2606.19348：61 层，隐藏 7168，384 个路由专家，中间维 3072，每 token 激活 6 个，激活参数 49B。单个路由专家在全部层上是 3×7168×3072×61 = 4.030×10^9。384 个专家为 1.547×10^12，总参数 1.600×10^12 减去这一项，其余 5.260×10^10 含共享专家、注意力、mHC、词表和 MTP。10T 把专家数解成 2469，总参数 = 2469×4.030×10^9 + 5.260×10^10 = 1.000×10^13。FP4 容量 = 2469×4.030×10^9×0.5 字节 = 4.975 TB。640 GB 卡下限是 ceil(4.975 TB / 640 GB) = 8。单 token 通信量 6×3×7168×61 = 7.87×10^6 字节。每 token 仍只派 6 个专家，通信量不随专家总数变。后面几页是 96 GB、486 T 这一档。算力 486×10^12 再乘 70%，有效 340.2×10^12。注意力和专家用同一个峰值。HBM 96 GB，带宽 4 TB/s，计时取 80% 即 3.20 TB/s。H2D 是 64 GB/s（字节），80% 后 51.2 GB/s。这条链路只在 prefill 使用。权重放得进 HBM，冷的 10 秒不走 H2D。DDR5 的 1.6 TB/s 和 1.3 TB 按一台 8 卡机器记。有效 1.28 TB/s，每卡分到 160 GB/s 和 162.5 GB，与 H2D 同速。超节点 16 台机器，本机 DDR 共 20.8 TB。D2D 写的是 3.2 Tb/s（小写 b，比特）：3.2×10^12 / 8 = 400 GB/s 峰值，80% 后 320 GB/s。机内 8 卡 fullmesh，P2P 400 Gb/s = 50 GB/s 峰值，80% 后 40 GB/s。参数面同样 400 Gb/s，80% 后 40 GB/s。DDR5 的 1288.8 GB/s 和 768 GB 按一台 8 卡机器记。有效 1031 GB/s，每卡分到 128.9 GB/s 和 96 GB。H2D 只有 51.2 GB/s，主机路径被 H2D 卡住。超节点内直挂总线的 DDR 池容量不设上限，标称每卡 480 GB/s。GPU 单向口只有 400 GB/s，池的访问取两者里较慢的，80% 后 320 GB/s。换入发生在注意力阶段，专家 combine 发生在 MoE 阶段，两段各用满这条 320 GB/s。本页的池带宽按每卡，不把 480 GB/s 理解成 128 卡共享。注意力 TP=8 留在机内 fullmesh，16 台机器做 DP=16。MoE EP=128 走 D2D。每卡扣掉路由 38.86 GB、共享 4.03 GB、注意力 2.42 GB 和 6 GB 预留后，128 卡 KV 余量 5.72 TB。Prefill 与 Decode 的副本数可以按吞吐配，副本个数不改变单副本的 TTFT 和 TPOT。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单请求不跨副本。增加 Prefill 节点是多放几份 128 卡副本，提高并发，单条 TTFT 不变。注意力在机内 8 卡做 TP，16 台机器是 16 路 DP。MoE 把 2469 个专家铺到 128 卡，每卡 19.3 个，路由权重 FP4，共享专家 FP8，注意力 FP8。时间 = max(计算, 读权重) + 把 KV 送到 Decode。注意力和专家的 FLOP 都除以 128×340.2×10^12，也就是 486 T 的 70%。这一页的冷启动单请求不把机内 allreduce 算进 10 秒，allreduce 记在下一页的批上。与原先 DeepSeek 六页的拆分相同。在 S=1673685：indexer 3.9523s，HCA 2.0420s，专家 2.1683s，投影 1.4874s，稀疏注意力 0.3482s，合计计算 9.9984s。读权重 14.16 ms，KV 搬运 1.61 ms。S² 合计 5.99s，线性项 4.00s。4K 单条 TTFT 是 14.16 毫秒，停在读权重。1M 单条、无命中是 4.862 秒。该长度的 KV 约 8.27 GB，经 128×40 GB/s 的参数面送出。HBM 余量 5.72 TB，这一条放得下，H2D 不进这条 10 秒。H2D 64 GB/s 取 80% 为 51.2 GB/s，只在 prefill 需要主机内存时使用。权重已经在 HBM 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这一页的批是 128 卡副本上的全局批，每卡条数 = 全局批 / 128。切分与上一页相同：注意力 TP=8、DP=16，MoE EP=128。KV 命中 90%。命中部分按参数面 40 GB/s 读。每条只把 10% 的 token 送进计算，这 10% 的 query 仍看全长上下文。时间 = 参数面读 KV + 注意力侧较长的一项 + 专家侧较长的一项。注意力侧在注意力计算、机内 allreduce、注意力权重之间取最大。专家侧在专家 GEMM、读专家权重、EP 之间取最大。这一页专家侧较长的是 GEMM。机内 allreduce：每组 token 数 = 现算 token / 16，每 token 7168×2 字节，环上 2×7/8，61 层，除以 40 GB/s。4K 的注意力侧是 allreduce。1M 的注意力计算已经长过 allreduce，注意力侧改取计算。4K 全局批 6606：现算 2.7058e+06 token，allreduce 6.470s，注意力计算 2.992s，专家计算 3.506s，EP 0.347s，读权重 13.40 ms，读 KV 23.5 ms，合计 9.999s。再加一条是 10.009s。1M 全局批 20：现算 2.0972e+06，allreduce 5.015s，注意力计算 7.006s（indexer 3.103s），专家计算 2.721s，EP 0.269s，读 KV 18.2 ms，合计 9.745s。HBM 余量 5.72 TB。4K 能放 231300 条，1M 能放 1103 条，都高于这页的时间批，所以 H2D 不进这页的 10 秒。单条、1,048,576 token、90% 命中的 TTFT 是 0.4880 秒，其中参数面读 KV 0.91 毫秒，allreduce 0.2507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Decode 与 Prefill 用同一份 128 卡副本：注意力 TP=8、DP=16，MoE EP=128。加 Decode 节点是多副本，单副本的 TPOT 不变。一步 = 注意力侧最长的一笔 + 专家侧最长的一笔。两段相加。命中率 = 1 − exp(−6×231 / 2469) = 0.4296。最忙卡 = min(19.289, 均值 + 2σ) = 12.634，已经顶到每卡全部本地专家。读权重 (12.634×2.015 GB + 4.030 GB) / 3.20 TB/s = 9.214 ms。整卡 19.3 个专家加共享要 13.40 毫秒，长过 10 毫秒，所以这一档不能把本地专家读满。机内 allreduce：ceil(231/16) = 15 条，每条 7168×2 字节，环上每层 2×7/8，61 层除以 40 GB/s = 0.574 ms。两项相加 9.984 ms。232 条是 10.002 ms。专家计算 3.664 ms，效率 0.082。EP 0.019 ms。注意力计算 0.285 ms。注意力权重 0.756 ms。4K – 32K 的全局批都是 231，KV 全在 HBM。2M 降到 150，存量约 0.0% 在总线内存池，池上稀疏读 0.00 ms，已经顶到 allreduce 留下的预算。1M 降到 197，1.67×10^6 降到 165。这些批的存量都放得进 HBM，池上换入是 0。H2D 只在 prefill。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毫秒用的切分与 10 毫秒相同：TP=8，DP=16，EP=128，128 卡一份副本。BS=6583 时 6×6583/2469 ≈ 16.00，命中率 1.0000，每卡 19.289 个专家全醒。读权重 (38.86 GB + 4.03 GB) / 3.20 TB/s = 13.404 ms。机内 allreduce：ceil(6583/16) = 412 条，环上每层 2×7/8，61 层，除以 40 GB/s = 15.763 ms。两项相加 29.167 ms。6584 条是 32.823 ms。再加一条时，每个专家的 token 跨过 16，16 行砖的效率从 100% 掉到一半，专家 GEMM 变成专家侧最长的一笔。专家 combine 0.843 ms，专家计算 8.530 ms，效率 1.000。注意力计算 7.417 ms。30 毫秒的通信限制在机内 8 卡 allreduce。EP 走 320 GB/s 的 D2D，这一步短于读权重。显存：每卡 96 − 38.86 − 4.03 − 2.42 − 6 = 44.69 GB，128 卡共 5.72 TB。HBM 放不下的 KV 走每卡总线内存池。标称 480 GB/s，被 3.2 Tb/s 的口卡住，有效 320 GB/s，容量不设上限。H2D 只在 prefill。256K、全局批 6583 时，存量的 33.1% 在池上，稀疏读 9.83 ms，短于 allreduce 15.76 ms，所以批保持 6583。512K 降到 4163，池上读 16.59 ms。1M 降到 2115，1.67×10^6 降到 1333。4K、输出 512、命中 90%：Prefill 660.6 请求/秒。10 毫秒 Decode 45.1 请求/秒，P:D ≈ 1:14.6。30 毫秒 Decode 428.6 请求/秒，P:D ≈ 1:1.5。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BS 一律是 128 卡副本的全局批。每卡条数 = 全局批 / 128。存量 = S×4939.5 字节 + 4.50 MB。一步真正读的是压缩 indexer、最多 1024 条完整 KV 和 HCA，所以溢出比例高时，池上的读时延仍可能短于 allreduce。HBM 余量 5.72 TB。溢出进 GPU 的口是每卡总线内存池，有效 320 GB/s，容量不设上限。这个带宽是 min(480 GB/s, 3.2 Tb/s = 400 GB/s) 再取 80%。专家通信在 MoE 阶段走同一条 320 GB/s。H2D 64 GB/s 只在 prefill，decode 换入走内存池。三条通路同时看，取最慢的一条，再和专家阶段相加。S=4096 store=24.7MB cap=231300 b10=231 spill10=0.00% pool10=0.00ms b30=6583 spill30=0.00% pool30=0.00ms t30=29.17ms S=8192 store=45.0MB cap=127218 b10=231 spill10=0.00% pool10=0.00ms b30=6583 spill30=0.00% pool30=0.00ms t30=29.17ms S=32768 store=166.4MB cap=34384 b10=231 spill10=0.00% pool10=0.00ms b30=6583 spill30=0.00% pool30=0.00ms t30=29.17ms S=131072 store=651.9MB cap=8773 b10=229 spill10=0.00% pool10=0.00ms b30=6583 spill30=0.00% pool30=0.00ms t30=29.17ms S=262144 store=1299.4MB cap=4402 b10=226 spill10=0.00% pool10=0.00ms b30=6583 spill30=33.13% pool30=9.83ms t30=29.17ms S=524288 store=2594.2MB cap=2204 b10=222 spill10=0.00% pool10=0.00ms b30=4163 spill30=47.04% pool30=16.59ms t30=29.99ms S=1048576 store=5183.9MB cap=1103 b10=197 spill10=0.00% pool10=0.00ms b30=2115 spill30=47.83% pool30=16.59ms t30=30.00ms 2M 的 10 毫秒批 150，池上读 0.00 ms。4×10^6 的 10 毫秒批 74，30 毫秒批 571。1.67×10^6 的 10 毫秒批 165，30 毫秒批 1333。单条 1M、90% 命中的 TTFT 是 0.4880 秒。冷的 1M 单条是 4.862 秒。第 3 页 Prefill：4K 6606，8K 3303，32K 825，128K 206，256K 103，512K 51，1M 20。P:D 按 4K 进、512 出、90% 命中：Prefill 660.6 请求/秒，10 毫秒 Decode 45.1 请求/秒（1:14.64），30 毫秒 Decode 428.6 请求/秒（1:1.54）。副本数按这个吞吐比配置，单副本时延不变。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4K，BS=231：权重 29.485 GB，allreduce 22.96 MB，EP 6.20 MB，HBM KV 44.63 MB，池 0。t=9.984 ms。BS=6583：权重 42.894 GB，allreduce 630.51 MB，EP 269.85 MB，HBM KV 1271.84 MB，池 0。t=29.167 ms。BS=6584：ue=0.500，cm=17.060 ms，t=32.823 ms。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池上字节 = spill × 每卡稀疏读。稀疏读 = bs × n_csa_read(S) / 128。n_csa_read = 30×(S/4)×64 + 31×(S/128)×576 + 30×min(1024,S/4)×576 + 61×128×576。带宽 320 GB/s。256K 每卡 3145.0 MB，合计 402.56 GB，时间 9.828 ms。512K 每卡 5308.1 MB，1M 每卡 5309.2 MB。10 毫秒在 256K、512K、1M 的 spill 都是 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模型结构    ·    1.6T 论文到 10T 外推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同一骨架，只加路由专家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  /  8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82296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1.6T 是 V4-Pro 论文原模型。10T 沿用层数、隐藏和中间维，用路由专家个数把总参数对齐到 10^13。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133856"/>
          <a:ext cx="11430000" cy="3621024"/>
        </p:xfrm>
        <a:graphic>
          <a:graphicData uri="http://schemas.openxmlformats.org/drawingml/2006/table">
            <a:tbl>
              <a:tblPr firstRow="1"/>
              <a:tblGrid>
                <a:gridCol w="1965960"/>
                <a:gridCol w="2880360"/>
                <a:gridCol w="2331720"/>
                <a:gridCol w="425196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1.6T  论文 V4-Pro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10T  外推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总参数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1.600×10^12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1.000×10^13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DeepSeek 未发布 10T，本档是外推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×6.43。增量全部记在专家个数上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激活参数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仍激活 6 个路由专家 + 1 个共享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激活比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3.06%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0.49%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专家表变大，单 token 激活不变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FP4 专家表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0.774 TB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4.975 TB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单个专家全层 2.015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 / 隐藏 / 中间维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/ 7168 / 3072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外推不动这三项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m=4，topk=1024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 m′=128，滑窗 128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CSA、31 层 HCA。KV 仍是 4939.5 B/token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 token 专家通信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7.87×10^6 字节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 × 3 × 7168 × 61，与专家总数无关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640 GB 卡下限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只按 FP4 专家表。时延页用本档 96 GB × 128 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84048" y="4956048"/>
            <a:ext cx="11430000" cy="131673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5010912"/>
            <a:ext cx="11137392" cy="12070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外推式：总参数 = 专家数 × 4.030×10^9 + 5.260×10^10。单个专家 = 3 × 7168 × 3072 × 61。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本档：96 GB HBM，4 TB/s 取 80% 为 3.20 TB/s。算力 486 T 取 70% 为 340.2 T，注意力和专家共用。H2D 每卡 64 GB/s 取 80% 为 51.2 GB/s，只在 prefill。机内 DDR5 每机 1288.8 GB/s、768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D2D 每卡 3.2 Tb/s = 400 GB/s，取 80% 为 320 GB/s。内存池标称 480 GB/s，被这条 400 GB/s 的口卡住，有效也是 320 GB/s，容量不设上限。P2P 与参数面 400 Gb/s 取 80% 为 40 GB/s。超节点 128 卡，机内 8 卡 fullmesh。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秒对应的最大输入是 1.67×10^6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  /  8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一条请求放在一个 128 卡副本上。计算 10.0 秒，读权重 14.2 毫秒，送 KV 1.6 毫秒。S² 占 5.99 秒，线性项占 4.00 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91056"/>
          <a:ext cx="11430000" cy="2157984"/>
        </p:xfrm>
        <a:graphic>
          <a:graphicData uri="http://schemas.openxmlformats.org/drawingml/2006/table">
            <a:tbl>
              <a:tblPr firstRow="1"/>
              <a:tblGrid>
                <a:gridCol w="1417320"/>
                <a:gridCol w="4937760"/>
                <a:gridCol w="507492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TP=8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台机器做 DP=16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超节点 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一份模型铺满 128 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通信域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卡 fullmesh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有效 40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 卡 D2D，有效 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KV 走参数面，有效 40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 19.35 GB / 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= 2.42 GB FP8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 19.3 个，38.9 GB FP4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共享专家 4.03 GB，每卡一份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本阶段角色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S² 来自 indexer 和 HCA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决定输入能写多长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GEMM 随 token 线性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到这个长度约占 2.17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3895344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秒怎么落到这个输入长度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206240"/>
          <a:ext cx="11430000" cy="1938528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6903720"/>
                <a:gridCol w="297180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 = 1.67×10^6 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indexer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× 2048 × S²，除以 128 × 340.2×10^12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3.95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 层 × 1024 × S²，除以同一个 340.2 T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2.04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GEMM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5.64×10^10 FLOP × S，除以 128 × 340.2×10^12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投影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3.87×10^10 FLOP × S，除以 340.2 T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1.49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稀疏注意力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看 1024 条压缩 KV + 128 滑窗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0.35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读权重 + 送 KV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 45.31 GB / 3.20 TB/s；KV 8.27 GB / (128×40 GB/s)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14.16 毫秒 + 1.61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计算和读权重取长的一项，再加送 KV。机内 allreduce 记在下一页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    ·    KV 命中 90%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 的 prefill 全局批是 6606，1M 是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3  /  8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多条同时进同一份 128 卡副本。命中 90% 的 KV 走参数面，只现算 10%。4K 的注意力侧取 allreduce，1M 取注意力计算，再加专家 GEMM。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16736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秒在两个端点上怎么加完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36192"/>
          <a:ext cx="11430000" cy="2157984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4709160"/>
                <a:gridCol w="2606040"/>
                <a:gridCol w="256032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4K，全局批 6606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1M，全局批 20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批 × 输入 × 0.1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2.71×10^6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2.10×10^6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allreduce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每组现算 token × 7168 × 2 字节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层 × 2×7/8 / 40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6.47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5.01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indexer、HCA、稀疏注意力、投影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除以 340.2 T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2.99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7.01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 × 5.64×10^10 FLOP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除以 128 × 340.2×10^12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3.51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 取 allreduce，1M 取注意力计算，专家侧取 GEMM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9.75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3822191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同一条 10 秒，输入从 4K 到 1M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114800"/>
          <a:ext cx="11430000" cy="1755648"/>
        </p:xfrm>
        <a:graphic>
          <a:graphicData uri="http://schemas.openxmlformats.org/drawingml/2006/table">
            <a:tbl>
              <a:tblPr firstRow="1"/>
              <a:tblGrid>
                <a:gridCol w="960120"/>
                <a:gridCol w="1417320"/>
                <a:gridCol w="868680"/>
                <a:gridCol w="1554480"/>
                <a:gridCol w="1417320"/>
                <a:gridCol w="1417320"/>
                <a:gridCol w="1691640"/>
                <a:gridCol w="2103120"/>
              </a:tblGrid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专家计算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 KV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6606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51.6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2.71×10^6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6.47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3.51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2.99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3303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25.8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2.71×10^6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6.47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3.51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825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2.70×10^6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6.46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3.51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3.15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2.70×10^6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6.46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3.51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3.72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2.70×10^6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6.46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3.51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4.48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2.67×10^6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6.39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3.47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5.93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2.10×10^6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5.01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2.72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7.01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18.2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84048" y="6089904"/>
            <a:ext cx="114300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这些批的 KV 都放得进 HBM：4K 能放 23.1 万 条，1M 能放 1103 条。参数面读命中 KV 约 23.5 毫秒。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10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毫秒、短输入，全局批 231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  /  8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读专家 9.21 毫秒，只醒了 12.6 个。机内 allreduce 0.57 毫秒。专家 GEMM 3.66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短输入（4K）这一步怎么加到 10 毫秒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27632"/>
          <a:ext cx="5852160" cy="2414016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TP=8，DP=16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token 数 = ⌈BS / 16⌉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 个专家，每卡 19.3 个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每层机内 allreduce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这一步 0.57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BF16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这一步 0.02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注意力权重 2.42 GB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这一步 0.76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醒了 12.6 / 19.3 个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这一步 9.21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行数 = ⌈BS / 16⌉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 16 行砖对齐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每个命中专家约 1.3 个 token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行砖，效率 8%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627632"/>
          <a:ext cx="5349240" cy="2816352"/>
        </p:xfrm>
        <a:graphic>
          <a:graphicData uri="http://schemas.openxmlformats.org/drawingml/2006/table">
            <a:tbl>
              <a:tblPr firstRow="1"/>
              <a:tblGrid>
                <a:gridCol w="1097280"/>
                <a:gridCol w="3200400"/>
                <a:gridCol w="10515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命中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1 − exp(−6×231 / 2469) = 43%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最忙卡按均值 + 2σ，顶到 12.6 个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29.49 GB（路由 + 共享）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除以 3.20 TB/s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9.21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15 条 × 7168 × 2 字节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层 × 2×7/8 / 40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每个命中专家约 1.3 个 token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行砖，效率 8%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3.66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最忙卡送出的 BF16 combine / 320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注意力侧 0.57，专家侧 9.21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9.98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 – 32K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1.8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128K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1.8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197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1.5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1.67×10^6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165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1.3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30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30 毫秒、短输入，全局批 6583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  /  8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专家整卡读完 13.40 毫秒，机内 allreduce 15.76 毫秒。D2D 上的 EP 0.84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    ·    和 10 毫秒同一份切分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短输入、全局批 6583，这一步怎么加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27632"/>
          <a:ext cx="5852160" cy="2414016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 TP=8，DP=16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6583 / 16 = 412 条 / 组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 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 19.3 个专家全醒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 随批线性涨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这一档是注意力侧最长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combine 走 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0.84 毫秒，短于读权重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短输入全在 HBM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放不下走每卡内存池 320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38.9 GB 路由 + 4.03 GB 共享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 3.20 TB/s = 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7.42 毫秒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短于 allreduce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每专家约 16.0 token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行砖，效率 100%，8.53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627632"/>
          <a:ext cx="5349240" cy="2761488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3154680"/>
                <a:gridCol w="10515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命中率 100%，19.3 个专家全读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42.89 GB / 3.20 TB/s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412 条 × 7168 × 2 字节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层 × 2×7/8 / 40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15.76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6583 × 6 / 2469 ≈ 16.0 token / 专家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对齐效率 100%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8.53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combine / 320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短输入的打分和投影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注意力侧 15.76，专家侧 13.40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29.17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 – 128K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6583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51.4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256K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6583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51.4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33.1% 在总线内存池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512K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4163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32.5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47.0% 在总线内存池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1.67×10^6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1333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10.4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48.1% 在总线内存池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不同输入下的最大全局批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毫秒这些长度都不进池；256K 的 30 毫秒仍是 6583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6  /  8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全局批是 128 卡上的条数。放不下的 KV 进每卡总线内存池。池标称 480 GB/s，被 3.2 Tb/s 卡住，有效 320 GB/s。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1430000" cy="3017520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1234440"/>
                <a:gridCol w="1234440"/>
                <a:gridCol w="1554480"/>
                <a:gridCol w="914400"/>
                <a:gridCol w="1600200"/>
                <a:gridCol w="914400"/>
                <a:gridCol w="29260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每条 KV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能放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毫秒全局批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毫秒的 KV 放哪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24.7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23.1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6583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51.4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45.0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12.7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6583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51.4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166.4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3.44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6583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51.4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651.9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8773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6583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51.4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1.30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4402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6583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51.4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33.1% 在总线内存池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2.59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2204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222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4163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32.5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47.0% 在总线内存池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5.18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1103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197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2115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16.5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47.8% 在总线内存池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590288"/>
            <a:ext cx="11430000" cy="168249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645152"/>
            <a:ext cx="11137392" cy="15727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毫秒在 4K – 32K 都是 231，全在 HBM。一步是读专家 9.21 毫秒加机内 allreduce 0.57 毫秒。1M 降到 197，1.67×10^6 是 165，仍然全在 HBM。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30 毫秒在 4K – 128K 仍是 6583，全在 HBM。256K 仍是 6583，33.1% 在总线内存池：稀疏读 9.8 毫秒，短于 allreduce 15.76 毫秒。512K 降到 4163，1M 为 2115，1.67×10^6 为 1333。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Prefill 的 10 秒全局批在第 3 页：4K 为 6606，1M 为 20。4K 进、512 出、90% 命中时，P:D 在 10 毫秒约 1:14.6，在 30 毫秒约 1:1.5。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短输入一步里的每一笔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 上，10 毫秒读到 9.98 毫秒，30 毫秒读到 29.17 毫秒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7  /  8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一步先取注意力侧最长的一笔，再加专家侧最长的一笔。4K 的这两档换入都是 0，存量全在 HBM。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236976"/>
        </p:xfrm>
        <a:graphic>
          <a:graphicData uri="http://schemas.openxmlformats.org/drawingml/2006/table">
            <a:tbl>
              <a:tblPr firstRow="1"/>
              <a:tblGrid>
                <a:gridCol w="2103120"/>
                <a:gridCol w="4572000"/>
                <a:gridCol w="47548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步骤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毫秒 · 全局批 231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 · 全局批 6583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29.49 GB · 9.21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42.89 GB · 13.40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allreduce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23.0 MB · 0.57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630.5 MB · 15.76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GEMM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效率 8% · 3.66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效率 100% · 8.53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combine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6.2 MB · 0.02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269.9 MB · 0.84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2.42 GB · 0.76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2.42 GB · 0.76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上的 KV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44.6 MB · 0.01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1.27 GB · 0.40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DDR 池换入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 · 0.00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 · 0.00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 + allreduce · 9.98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 + allreduce · 29.17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828032"/>
            <a:ext cx="11430000" cy="1444752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882896"/>
            <a:ext cx="11137392" cy="1335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字节都按每卡。10 毫秒醒了 12.6 个专家，读 29.49 GB。整卡 19.3 个加共享要 13.40 毫秒，这一档放不下。再加一条是 10.00 毫秒。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30 毫秒把 19.3 个专家读满，42.89 GB，13.40 毫秒；allreduce 630.5 MB，15.76 毫秒。每个专家 16.00 个 token，砖效率 100%。再加一条跨过 16，效率掉到 50%，专家 GEMM 变成 17.06 毫秒，一步到 32.82 毫秒。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专家 combine 走 320 GB/s。池上的换入也是这条口，但 4K 的存量还在 HBM 里，下一页才出现非零换入。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DDR 池换入的量和时间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256K 每卡换入 3.15 GB，30 毫秒的批仍是 6583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8  /  8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换入量是溢出比例乘这一步真正读的稀疏 KV。每卡带宽 320 GB/s，即 min(480 GB/s, 400 GB/s) 的 80%。10 毫秒在这些长度上换入为 0。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1430000" cy="1792224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1325880"/>
                <a:gridCol w="1280160"/>
                <a:gridCol w="1051560"/>
                <a:gridCol w="1325880"/>
                <a:gridCol w="1554480"/>
                <a:gridCol w="1325880"/>
                <a:gridCol w="2514600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每条存量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溢出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每卡换入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 卡合计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换入耗时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这一笔的位置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6583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1.30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33.1%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3.15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402.56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9.83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短于 allreduce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4163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2.59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47.0%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5.31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679.44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16.59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长于 allreduce，和读权重相加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2115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5.18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47.8%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5.31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679.58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16.59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长于 allreduce，和读权重相加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33832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同一长度上，10 毫秒的批仍全在 HBM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3675887"/>
          <a:ext cx="11430000" cy="1298448"/>
        </p:xfrm>
        <a:graphic>
          <a:graphicData uri="http://schemas.openxmlformats.org/drawingml/2006/table">
            <a:tbl>
              <a:tblPr firstRow="1"/>
              <a:tblGrid>
                <a:gridCol w="1097280"/>
                <a:gridCol w="1463040"/>
                <a:gridCol w="1097280"/>
                <a:gridCol w="1554480"/>
                <a:gridCol w="1554480"/>
                <a:gridCol w="2194560"/>
                <a:gridCol w="246888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毫秒批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每条存量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能放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每卡换入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换入耗时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1.30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4402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2.59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2204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197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5.18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1103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384048" y="5084064"/>
            <a:ext cx="11430000" cy="1353312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5138928"/>
            <a:ext cx="11137392" cy="12435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每条这一步读的是 30 层压缩 indexer、31 层 HCA、最多 1024 条完整 latent，再加 4.50 MB 固定项，不是整段存量。256K、批 6583：每卡 3.15 GB / 320 GB/s = 9.83 毫秒，128 卡合计 402.56 GB。它短于 allreduce 15.76 毫秒，所以批还是 6583。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512K 的换入升到 16.59 毫秒，和读权重 13.40 毫秒相加，批降到 4163。1M 的换入仍是 16.59 毫秒，批 2115。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10T DeepSeek：96 GB / 486 T 上的 TTFT / TPOT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