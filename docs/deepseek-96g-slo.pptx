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5.966016</c:v>
                </c:pt>
                <c:pt idx="3">
                  <c:v>38.7212052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4.87259136</c:v>
                </c:pt>
                <c:pt idx="3">
                  <c:v>39.81462984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2.59196928</c:v>
                </c:pt>
                <c:pt idx="3">
                  <c:v>42.09525192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0.8408064</c:v>
                </c:pt>
                <c:pt idx="3">
                  <c:v>43.846414800000005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H2D。D2D 写的是 3.2 Tb/s（小写 b，比特）：3.2×10^12 / 8 = 400 GB/s 峰值，80% 后 320 GB/s。机内 8 卡 fullmesh，P2P 400 Gb/s = 50 GB/s 峰值，80% 后 40 GB/s。参数面同样 400 Gb/s，80% 后 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S=250991：indexer 1.4222s，HCA 0.7348s，投影 3.5690s，稀疏注意力 0.8355s，Attention 计算 6.5614s，AR 9.6027s，所以 Attention 取 9.6027s。MoE 0.3972s。完整 KV 的 P-D 传输 3.89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98%，命中部分经每卡 40 GB/s 的参数面拉到 HBM。每条只现算 2%，这些 query 的平均上下文约为 99%S。Attention = max(prefix pull, HBM, compute, AR)。MoE = dispatch + max(weight, GEMM) + combine。Attention 与 MoE 相加。4K 全局批 30880：现算 2.5297e+06 token，allreduce 6.049s，注意力计算 2.819s，专家计算 3.950s，EP 双向 0.652s，读专家权重 13.40 ms，拉 prefix 146.7 ms，合计 9.999s。再加一条是 10.002s。1M 全局批 64：现算 1.3422e+06，allreduce 3.209s，注意力计算 7.435s（indexer 3.932s），MoE 2.101s，EP 双向 0.347s，拉 prefix 63.5 ms，合计 9.537s。P-D 完整 KV 分层发送：4K 149.15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exp(−6×201 / 2469) = 0.3864。最忙卡激活专家 11.731。读权重 (11.731×2.015 GB + 4.030 GB) / 3.20 TB/s = 8.646 ms。机内 allreduce：ceil(201/16) = 13 条，每条 7168×2 字节，环上每层 2×7/8，61 层除以 40 GB/s = 0.497 ms。Attention 1.266 ms，MoE 8.730 ms，合计 9.996 ms。202 条是 10.017 ms。专家计算 4.826 ms，EP 双向 0.085 ms。注意力计算 0.285 ms，HBM 0.768 ms。4K – 8K 的全局批都是 201，KV 全在 HBM。2M 降到 134，存量约 0.0% 在总线内存池，池上稀疏读 0.00 ms，已经顶到 allreduce 留下的预算。1M 降到 173，0.25×10^6 降到 197。这些批的存量都放得进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卡一份副本。BS=4352 时命中率 1.0000，最忙卡激活 19.289 个专家。读权重 (38.86 GB + 4.03 GB) / 3.20 TB/s = 13.404 ms。机内 allreduce：ceil(4352/16) = 272 条，环上每层 2×7/8，61 层，除以 40 GB/s = 10.407 ms。Attention 15.256 ms，MoE 14.675 ms，合计 29.931 ms。4353 条是 30.255 ms。EP 双向 1.271 ms，专家计算 8.448 ms，效率 0.753。注意力计算 4.849 ms。显存：每卡 96 − 38.86 − 4.03 − 2.42 − 6 = 44.69 GB，128 卡共 5.72 TB。HBM 放不下的 KV 走每卡总线内存池。标称 480 GB/s，被 3.2 Tb/s 的口卡住，有效 320 GB/s，容量不设上限。H2D 只在 prefill。256K、全局批 3328 时仍全在 HBM。512K 降到 2390，池上读 1.57 ms。1M 降到 1362，0.25×10^6 降到 3328。4K、输出 512、命中 98%：Prefill 3088.0 请求/秒。10 毫秒 Decode 39.3 请求/秒，P:D ≈ 1:78.7。30 毫秒 Decode 283.3 请求/秒，P:D ≈ 1:10.9。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换入走内存池。Decode Attention = SWAP + max(HBM, compute) + AR；再加完整 MoE。S=4096 store=24.7MB cap=231300 b10=201 spill10=0.00% pool10=0.00ms b30=4352 spill30=0.00% pool30=0.00ms t30=29.93ms S=8192 store=45.0MB cap=127218 b10=201 spill10=0.00% pool10=0.00ms b30=4336 spill30=0.00% pool30=0.00ms t30=29.96ms S=32768 store=166.4MB cap=34384 b10=200 spill10=0.00% pool10=0.00ms b30=4176 spill30=0.00% pool30=0.00ms t30=30.00ms S=131072 store=651.9MB cap=8773 b10=199 spill10=0.00% pool10=0.00ms b30=3808 spill30=0.00% pool30=0.00ms t30=30.00ms S=262144 store=1299.4MB cap=4402 b10=197 spill10=0.00% pool10=0.00ms b30=3328 spill30=0.00% pool30=0.00ms t30=29.73ms S=524288 store=2594.2MB cap=2204 b10=193 spill10=0.00% pool10=0.00ms b30=2390 spill30=7.75% pool30=1.57ms t30=30.00ms S=1048576 store=5183.9MB cap=1103 b10=173 spill10=0.00% pool10=0.00ms b30=1362 spill30=18.99% pool30=4.28ms t30=29.99ms 2M 的 10 毫秒批 134，池上读 0.00 ms。4×10^6 的 10 毫秒批 68，30 毫秒批 416。0.25×10^6 的 10 毫秒批 197，30 毫秒批 3328。单条 1M、98% 命中的 TTFT 是 1.8983 秒。冷的 1M 单条是 57.689 秒。第 3 页 Prefill：4K 30880，8K 15440，32K 3856，128K 960，256K 480，512K 192，1M 64。P:D 按 4K 进、512 出、98% 命中：Prefill 3088.0 请求/秒，10 毫秒 Decode 39.3 请求/秒（1:78.66），30 毫秒 Decode 283.3 请求/秒（1:10.90）。副本数按这个吞吐比配置，单副本时延不变。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0。512K BS=2390 pool=503.9 MB t=1.575 ms ar=5.739 ca=8.552 step=29.998。1M BS=1362 pool=1371.2 MB t=4.285 ms step=29.993。10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+ 61×128×576。512K bs=2390 spill=7.75% pool=503.9MB t=1.575ms step=29.998ms 1M bs=1362 spill=18.99% pool=1371.2MB t=4.285ms step=29.993ms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S=250991，Attention=9.602715s，AR=9.602715s，compute=6.561439s，HBM=0.000853s，MoE=0.397249s，P-D=0.003888s，tail=0.000000s，total=9.999964s。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BS=201 data-plane=9.996224ms；4K 30ms BS=4352 data-plane=29.930840ms。生产摸高需要先给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 GPU，不按 128 卡平均。每卡固定：路由专家 38.864 GB，共享专家 4.030 GB，Attention 2.419 GB，系统预留 6 GB。KV = ceil(BS/16) × store_seq(S) / 8。4K: BS=30880, kv=5.966GB, free=38.721GB. 256K: BS=480, kv=4.873GB, free=39.815GB. 1M: BS=64, kv=2.592GB, free=42.095GB.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BS=4352, hbm_kv=0.841GB, pool=0.000GB, free=43.846GB. 512K: BS=2390, hbm_kv=44.687GB, pool=3.954GB, free=0.000GB. 1M: BS=1362, hbm_kv=44.687GB, pool=11.040GB,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GB/s，容量不设上限。P2P 与参数面 400 Gb/s 取 80% 为 40 GB/s。超节点 128 卡，机内 8 卡 fullmesh。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0.25×10^6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9.60 秒（AR 9.60 秒、计算 6.56 秒），MoE 0.40 秒；P→D 3.9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这一点由 AR 限制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0.25×10^6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9.60 秒 + 3.89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9.60 秒 + MoE 0.40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30880，1M 是 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30880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9.54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30880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241.2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146.7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15440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120.6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133.1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122.8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146.7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8.65 毫秒，只醒了 11.7 个。机内 allreduce 0.50 毫秒。专家 GEMM 4.83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11.7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8.65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4.83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13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8.65, GEMM 4.83)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1.27 + MoE 8.73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10.41 毫秒。D2D 上的 EP 1.27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4352，这一步怎么加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 / 16 = 272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1.27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4.85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12.1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75%，8.45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1.02, 计算 4.85)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272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8.45)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15.26 + MoE 14.67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29.93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34.0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18.7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7.7%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毫秒这些长度都不进池；256K 的 30 毫秒仍是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8K 都是 201，全在 HBM。短输入 Attention 1.27 毫秒，MoE 8.73 毫秒。1M 降到 173，0.25×10^6 是 197，仍然全在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4352。256K 为 3328，仍全在 HBM；Attention 15.3 毫秒，MoE 14.4 毫秒。512K 降到 2390，1M 为 1362，0.25×10^6 为 3328。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30880，1M 为 64。4K 进、512 出、98% 命中时，P:D 在 10 毫秒约 1:78.7，在 30 毫秒约 1:10.9。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 每卡换入 503.9 MB，1M 换入 1.37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 · 批 2390 · 溢出 7.7%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1362 · 溢出 19.0%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229.6 MB · 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131.6 MB · 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43% · 8.07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26% · 7.69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232.8 MB · 0.73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139.5 MB · 0.44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8.92 GB · 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9.64 GB · 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 · 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 · 4.28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字节按每卡。512K 溢出 7.7%，换入 503.9 MB / 320 GB/s = 1.57 毫秒，然后从 HBM 再读全部 KV；Attention 15.87 毫秒，MoE 14.13 毫秒。128 卡换入合计 64.50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1.37 GB、4.28 毫秒；Attention 16.15 毫秒，MoE 13.84 毫秒，批 1362。128 卡换入合计 175.51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512K 起，批从 2390 降到 1362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115568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64.50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175.51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987552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25.1 万：Attention 9.60 秒，其中 AR 9.60 秒、计算 6.56 秒；MoE 0.40 秒；P→D 总量 3.9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不用 H2D。DDR 池里的 KV 必须先写回 HBM；标准执行不假设 GEMM 与 AR 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没有实测融合，单独加在 kernel 后面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201，Attention 1.27 毫秒 + MoE 8.73 毫秒 = 10.00 毫秒；30 毫秒批 4352，Attention 15.26 毫秒 + MoE 14.67 毫秒 = 29.93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30880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5.97 GB  ｜  空闲 38.72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480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4.87 GB  ｜  空闲 39.81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64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2.59 GB  ｜  空闲 42.10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30880 / 480 / 64，最忙卡 HBM KV 只有 5.97 / 4.87 / 2.59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毫秒摸高时，512K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4352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0.84 GB  ｜  空闲 43.85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2390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KV（图外）：3.95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1362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KV（图外）：11.04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毫秒：512K / 1M 的最忙卡各有 3.95 / 11.04 GB KV 在 DDR 池。10 毫秒批更小，4K / 512K / 1M 的 HBM KV 仅 0.04 / 4.22 / 7.13 GB，均不进池。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