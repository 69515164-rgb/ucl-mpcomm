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8.825376</c:v>
                </c:pt>
                <c:pt idx="3">
                  <c:v>35.861845200000005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5.197430784</c:v>
                </c:pt>
                <c:pt idx="3">
                  <c:v>39.489790416000005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2.59196928</c:v>
                </c:pt>
                <c:pt idx="3">
                  <c:v>42.09525192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1.5332352</c:v>
                </c:pt>
                <c:pt idx="3">
                  <c:v>43.153986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44.6872212</c:v>
                </c:pt>
                <c:pt idx="3">
                  <c:v>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45.3127788</c:v>
                </c:pt>
                <c:pt idx="1">
                  <c:v>6.0</c:v>
                </c:pt>
                <c:pt idx="2">
                  <c:v>44.6872212</c:v>
                </c:pt>
                <c:pt idx="3">
                  <c:v>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字节。每 token 仍只派 6 个专家，通信量不随专家总数变。后面几页是 96 GB、486 T 这一档。算力 486×10^12 再乘 70%，有效 340.2×10^12。注意力和专家用同一个峰值。HBM 96 GB，带宽 4 TB/s，计时取 80% 即 3.20 TB/s。H2D 是 64 GB/s（字节），80% 后 51.2 GB/s。这条链路只在 prefill 使用。权重放得进 HBM，冷的 10 秒不走 H2D。D2D 3.2 Tb/s：换算400 GB/s峰值，80%后320 GB/s。8卡fullmesh每卡有7条400 Gb/s链路：聚合350 GB/s峰值，受D2D口约束前已较低，80%后AllReduce按280 GB/s。参数面400 Gb/s，80%后40 GB/s。DDR5 的 1288.8 GB/s 和 768 GB 按一台 8 卡机器记。有效 1031 GB/s，每卡分到 128.9 GB/s 和 96 GB。H2D 只有 51.2 GB/s，主机路径被 H2D 卡住。超节点内直挂总线的 DDR 池容量不设上限，标称每卡 480 GB/s。GPU 单向口只有 400 GB/s，池的访问取两者里较慢的，80% 后 320 GB/s。换入发生在注意力阶段，专家 combine 发生在 MoE 阶段，两段各用满这条 320 GB/s。本页的池带宽按每卡，不把 480 GB/s 理解成 128 卡共享。注意力 TP=8 留在机内 fullmesh，16 台机器做 DP=16。MoE EP=128 走 D2D。每卡扣掉路由 38.86 GB、共享 4.03 GB、注意力 2.42 GB 和 6 GB 预留后，128 卡 KV 余量 5.72 TB。Prefill 与 Decode 的副本数可以按吞吐配，副本个数不改变单副本的 TTFT 和 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 Prefill 节点是多放几份 128 卡副本，提高并发，单条 TTFT 不变。冷请求没有 prefix 拉取。Attention = max(HBM, compute, AR)，MoE = dispatch + max(weight, GEMM) + combine，两段相加。在 S=329024：indexer 2.4439s，HCA 1.2627s，投影 4.6786s，稀疏注意力 1.0953s，Attention 计算 9.4804s，AR 1.7983s，所以 Attention 取 9.4804s。MoE 0.5196s。完整 KV 的 P-D 传输 5.09 ms，layer-wise 发送后尾巴 0.00 ms。数据面合计 10.0000s。固定开销没有实测，不计入；生产最大长度必须再留余量。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这一页的批是 128 卡副本上的全局批，每卡条数 = 全局批 / 128。切分与上一页相同：注意力 TP=8、DP=16，MoE EP=128。KV 命中 98%，命中部分经每卡 40 GB/s 的参数面拉到 HBM。每条只现算 2%，这些 query 的平均上下文约为 99%S。Attention = max(prefix pull, HBM, compute, AR)。MoE = dispatch + max(weight, GEMM) + combine。Attention 与 MoE 相加。4K 全局批 45674：现算 3.7416e+06 token，allreduce 1.278s，注意力计算 4.169s，专家计算 5.830s，EP 双向 0.963s，读专家权重 13.40 ms，拉 prefix 217.0 ms，合计 10.000s。再加一条是 10.007s。1M 全局批 64：现算 1.3422e+06，allreduce 0.458s，注意力计算 7.435s（indexer 3.932s），MoE 2.101s，EP 双向 0.347s，拉 prefix 63.5 ms，合计 9.537s。P-D 完整 KV 分层发送：4K 220.63 ms，1M 64.80 ms；尾巴都是 0。固定开销未计入。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与 Prefill 用同一份 128 卡副本：注意力 TP=8、DP=16，MoE EP=128。加 Decode 节点是多副本，单副本的 TPOT 不变。Attention = SWAP + max(HBM, compute) + AR。MoE = dispatch + max(weight, GEMM) + combine。两段相加。命中率 = 1 − exp(−6×222 / 2469) = 0.4170。最忙卡激活专家 12.374。读权重 (12.374×2.015 GB + 4.030 GB) / 3.20 TB/s = 9.050 ms。机内 allreduce：ceil(222/16) = 14 条，每条7168×2字节，每层通信量2×7/8，61层除以280 GB/s = 0.077 ms。Attention 0.846 ms，MoE 9.142 ms，合计 9.988 ms。223 条是 10.007 ms。专家计算 5.069 ms，EP 双向 0.092 ms。注意力计算 0.285 ms，HBM 0.769 ms。4K – 32K 的全局批都是 222，KV 全在 HBM。2M 降到 145，存量约 0.0% 在总线内存池，池上稀疏读 0.00 ms，已经顶到 allreduce 留下的预算。1M 降到 190，0.33×10^6 降到 216。这些批的存量都放得进 HBM，池上换入是 0。H2D 只在 prefill。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毫秒用的切分与 10 毫秒相同：TP=8，DP=16，EP=128，128 卡一份副本。BS=7936 时命中率 1.0000，最忙卡激活 19.289 个专家。读权重 (38.86 GB + 4.03 GB) / 3.20 TB/s = 13.404 ms。机内 allreduce：ceil(7936/16) = 496 条，每层通信量2×7/8，61层，除以280 GB/s = 2.711 ms。Attention 11.554 ms，MoE 18.382 ms，合计 29.936 ms。7937 条是 30.227 ms。EP 双向 2.243 ms，专家计算 16.139 ms，效率 0.665。注意力计算 8.843 ms。显存：每卡 96 − 38.86 − 4.03 − 2.42 − 6 = 44.69 GB，128 卡共 5.72 TB。HBM 放不下的 KV 走每卡总线内存池。标称 480 GB/s，被 3.2 Tb/s 的口卡住，有效 320 GB/s，容量不设上限。H2D 只在 prefill。256K、全局批 4880 时已有 9.8% KV 在池中，池上读 2.15 ms。512K 降到 2816，池上读 5.18 ms。1M 降到 1528，0.33×10^6 降到 4096。4K、输出 512、命中 98%：Prefill 4567.4 请求/秒。10 毫秒 Decode 43.4 请求/秒，P:D ≈ 1:105.3。30 毫秒 Decode 516.7 请求/秒，P:D ≈ 1:8.8。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 一律是 128 卡副本的全局批。每卡条数 = 全局批 / 128。存量 = S×4939.5 字节 + 4.50 MB。一步真正读的是压缩 indexer、最多 1024 条完整 KV 和 HCA，所以溢出比例高时，池上的读时延仍可能短于 allreduce。HBM 余量 5.72 TB。溢出进 GPU 的口是每卡总线内存池，有效 320 GB/s，容量不设上限。这个带宽是 min(480 GB/s, 3.2 Tb/s = 400 GB/s) 再取 80%。专家通信在 MoE 阶段走同一条 320 GB/s。H2D 64 GB/s 只在 prefill，decode 换入走内存池。Decode Attention = SWAP + max(HBM, compute) + AR；再加完整 MoE。S=4096 store=24.7MB cap=231300 b10=222 spill10=0.00% pool10=0.00ms b30=7936 spill30=0.00% pool30=0.00ms t30=29.94ms S=8192 store=45.0MB cap=127218 b10=222 spill10=0.00% pool10=0.00ms b30=7808 spill30=0.00% pool30=0.00ms t30=30.00ms S=32768 store=166.4MB cap=34384 b10=222 spill10=0.00% pool10=0.00ms b30=7424 spill30=0.00% pool30=0.00ms t30=29.96ms S=131072 store=651.9MB cap=8773 b10=220 spill10=0.00% pool10=0.00ms b30=6144 spill30=0.00% pool30=0.00ms t30=29.80ms S=262144 store=1299.4MB cap=4402 b10=218 spill10=0.00% pool10=0.00ms b30=4880 spill30=9.79% pool30=2.15ms t30=30.00ms S=524288 store=2594.2MB cap=2204 b10=213 spill10=0.00% pool10=0.00ms b30=2816 spill30=21.70% pool30=5.18ms t30=29.80ms S=1048576 store=5183.9MB cap=1103 b10=190 spill10=0.00% pool10=0.00ms b30=1528 spill30=27.79% pool30=7.00ms t30=29.99ms 2M 的 10 毫秒批 145，池上读 0.00 ms。4×10^6 的 10 毫秒批 72，30 毫秒批 429。0.33×10^6 的 10 毫秒批 216，30 毫秒批 4096。单条 1M、98% 命中的 TTFT 是 1.8983 秒。冷的 1M 单条是 57.689 秒。第 3 页 Prefill：4K 45674，8K 22676，32K 5456，128K 1184，256K 498，512K 192，1M 64。P:D 按 4K 进、512 出、98% 命中：Prefill 4567.4 请求/秒，10 毫秒 Decode 43.4 请求/秒（1:105.34），30 毫秒 Decode 516.7 请求/秒（1:8.84）。副本数按这个吞吐比配置，单副本时延不变。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7、8 页只统计 decode KV 溢出到 DDR 池的输入长度。全在 HBM 的长度留在第 6 页，不在这里记 0。256K BS=4880 pool=689.1 MB t=2.153 ms ar=1.667 ca=11.360 step=30.000。1M BS=1528 pool=2240.1 MB t=7.000 ms step=29.991。10 毫秒曲线在本档没有溢出长度。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池上字节 = spill × bs × n_csa_read(S) / 128。带宽 320 GB/s。n_csa_read = 30×(S/4)×64 + 31×(S/128)×576 + 30×min(1024,S/4)×576 + 61×128×576。256K bs=4880 spill=9.79% pool=689.1MB t=2.153ms step=30.000ms 0.33×10^6 bs=4096 spill=14.31% pool=1035.1MB t=3.235ms step=29.499ms 512K bs=2816 spill=21.70% pool=1656.6MB t=5.177ms step=29.797ms 1M bs=1528 spill=27.79% pool=2240.1MB t=7.000ms step=29.991ms 口径已固化：第 7、8 页不收录换入为 0 的输入长度。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这一页是后续固化口径。TTFT 的 chunk 流水忽略显式 fill/drain 气泡，气泡和软件固定开销都放在未计入项。Prefill attention 假设融合 kernel 有理想 tile 复用，每个 KV 字节从 HBM 读一次；没有实测 IO 放大系数。Decode 不假设输出投影与 collective 融合，AR 单独加。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冷请求 S=329024，Attention=9.480423s，AR=1.798314s，compute=9.480423s，HBM=0.000883s，MoE=0.519552s，P-D=0.005093s，tail=0.000000s，total=9.999975s。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4K 10ms BS=222 data-plane=9.988046ms；4K 30ms BS=7936 data-plane=29.936117ms。生产摸高需要先给 measured fixed overhead 预留预算，再重新搜索 BS。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饼图按最忙活跃 GPU，不按 128 卡平均。每卡固定：路由专家 38.864 GB，共享专家 4.030 GB，Attention 2.419 GB，系统预留 6 GB。KV = ceil(BS/16) × store_seq(S) / 8。4K: BS=45674, kv=8.825GB, free=35.862GB. 256K: BS=498, kv=5.197GB, free=39.490GB. 1M: BS=64, kv=2.592GB, free=42.095GB.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饼图使用 30ms 最大批，按最忙活跃 GPU。HBM KV 上限 44.687 GB。4K: BS=7936, hbm_kv=1.533GB, pool=0.000GB, free=43.154GB. 256K: BS=4880, hbm_kv=44.687GB, pool=4.851GB, free=0.000GB. 1M: BS=1528, hbm_kv=44.687GB, pool=17.520GB, free=0.000GB.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33856"/>
          <a:ext cx="11430000" cy="362102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专家表。时延页用本档 96 GB ×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956048"/>
            <a:ext cx="11430000" cy="131673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010912"/>
            <a:ext cx="11137392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本档：96 GB HBM，4 TB/s 取 80% 为 3.20 TB/s。算力 486 T 取 70% 为 340.2 T，注意力和专家共用。H2D 每卡 64 GB/s 取 80% 为 51.2 GB/s，只在 prefill。机内 DDR5 每机 1288.8 GB/s、768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D2D 每卡 3.2 Tb/s = 400 GB/s，取 80% 为 320 GB/s。内存池标称 480 GB/s，被这条 400 GB/s 的口卡住，有效也是 320 GB/s，容量不设上限。8卡fullmesh每条链路400 Gb/s，7链路并发后取80%为280 GB/s；参数面仍为40 GB/s。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0.33×10^6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冷请求：Attention 9.48 秒（AR 1.80 秒、计算 9.48 秒），MoE 0.52 秒；P→D 5.1 毫秒 全部隐藏。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台机器做 DP=16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8卡 fullmesh，7链路并发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有效 280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128卡 D2D，有效320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KV走参数面，有效40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19.3 个，38.9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取计算、HBM、AR 的瓶颈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按实际最长通路决定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融合专家 kernel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到这个长度合计 0.52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95344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06240"/>
          <a:ext cx="11430000" cy="1938528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0.33×10^6 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S²；TP=8，按 16 行砖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S²；同一个融合 kernel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FLOP；按 TP=8 分担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+ P→D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 Attention 内取瓶颈；完整 KV 按层发送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 秒 + 5.09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9.48 秒 + MoE 0.52 秒；P→D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 的 prefill 全局批是 45674，1M 是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98% prefix 经参数面 40 GB/s 拉入 HBM，只现算 2%。Attention 取拉取、融合 kernel、AR 的瓶颈，再加完整 MoE。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167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秒在两个端点上怎么加完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36192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4709160"/>
                <a:gridCol w="2606040"/>
                <a:gridCol w="25603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4K，全局批 45674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1M，全局批 64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 × 输入 × 0.02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3.74×10^6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1.34×10^6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每组现算 token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280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340.2 T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瓶颈 + 完整 MoE；P→D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9.54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22191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同一条 10 秒，输入从 4K 到 1M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114800"/>
          <a:ext cx="11430000" cy="175564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1417320"/>
                <a:gridCol w="868680"/>
                <a:gridCol w="1554480"/>
                <a:gridCol w="1417320"/>
                <a:gridCol w="1417320"/>
                <a:gridCol w="1691640"/>
                <a:gridCol w="210312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45674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356.8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3.74×10^6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4.17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217.0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22676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195.7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5456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3.58×10^6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173.8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1.34×10^6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0899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98% prefix 走参数面：4K 这一批拉取 217.0 毫秒，1M 拉取 63.5 毫秒；均短于 Attention 主瓶颈。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222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读专家 9.05 毫秒，只醒了 12.4 个。机内 allreduce 0.08 毫秒。专家 GEMM 5.07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⌈BS / 16⌉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在融合 kernel 后单独加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0.09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 KV + 2.42 GB 权重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醒了 12.4 / 19.3 个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9.05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⌈BS / 16⌉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 kernel 0.29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逐专家 16 行 padding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GEMM 5.07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560320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max(HBM 0.77, 计算 0.29)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14 条；61层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7链路并发，不与kernel重叠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两个方向分别统计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max(读权重 9.05, GEMM 5.07)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9.05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0.85 + MoE 9.14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9.99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32K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1.7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1.7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0.33×10^6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1.7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7936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专家整卡读完 13.40 毫秒，机内 allreduce 2.71 毫秒。D2D 上的 EP 2.24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7936，这一步怎么加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7936 / 16 = 496 条 / 组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19.3 个专家全醒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在融合 kernel 后单独加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这一档不能隐藏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combine 走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2.24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放不下走每卡内存池 320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38.9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3.20 TB/s = 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8.84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与HBM取大后再加AR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21.3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66%，16.14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542032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max(HBM 1.23, 计算 8.84)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8.84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496 条；61层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7链路并发，不与kernel重叠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两个方向分别统计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max(读权重 13.40, GEMM 16.14)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16.14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11.55 + MoE 18.38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29.94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7936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62.0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4880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38.1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9.8%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512K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2816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22.0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21.7%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0.33×10^6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4096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32.0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14.3% 在总线内存池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毫秒都不进池；30 毫秒从 256K 开始使用 DDR 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6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 128 卡上的条数。放不下的 KV 进每卡总线内存池。池标称 480 GB/s，被 3.2 Tb/s 卡住，有效 320 GB/s。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301752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34440"/>
                <a:gridCol w="1234440"/>
                <a:gridCol w="1554480"/>
                <a:gridCol w="914400"/>
                <a:gridCol w="1600200"/>
                <a:gridCol w="91440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23.1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7936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12.7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7808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166.4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3.44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7424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651.9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8773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6144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4880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21.7%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1103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590288"/>
            <a:ext cx="11430000" cy="168249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645152"/>
            <a:ext cx="11137392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4K – 32K 都是 222，全在 HBM。短输入 Attention 0.85 毫秒，MoE 9.14 毫秒。1M 降到 190，0.33×10^6 是 216，仍然全在 HBM。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毫秒短输入为 7936。256K 为 4880，已有 9.8% KV 在池中；Attention 15.2 毫秒，MoE 14.8 毫秒。512K 降到 2816，1M 为 1528，0.33×10^6 为 4096。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 10 秒全局批在第 3 页：4K 为 45674，1M 为 64。4K 进、512 出、98% 命中时，P:D 在 10 毫秒约 1:105.3，在 30 毫秒约 1:8.8。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只统计进了 DDR 池的长度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256K 每卡换入 689.1 MB，1M 换入 2.24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7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这两页只列 KV 换进 DDR 池的输入。一步 = SWAP + max(HBM, 计算) + AR + 完整 MoE。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20040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4617720"/>
                <a:gridCol w="48006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 · 批 4880 · 溢出 9.8%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· 批 1528 · 溢出 27.8%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 · 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 · 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466.8 MB · 1.67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146.9 MB · 0.52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 84% · 8.45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 29% · 7.69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 双向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452.8 MB · 1.41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154.8 MB · 0.48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8.58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GB · 0.76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GB · 0.76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KV + 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9.46 GB · 2.96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10.48 GB · 3.28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DDR 池换入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689.1 MB · 2.15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2.24 GB · 7.00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+ 注意力计算 + AR + 读专家 · 30.00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+ 注意力计算 + AR + 读专家 · 29.99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846320"/>
            <a:ext cx="11430000" cy="142646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901184"/>
            <a:ext cx="11137392" cy="13167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字节按每卡。256K 溢出 9.8%，换入 689.1 MB / 320 GB/s = 2.15 毫秒，然后从 HBM 再读全部 KV；Attention 15.18 毫秒，MoE 14.82 毫秒。128 卡换入合计 88.21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1M 换入 2.24 GB、7.00 毫秒；Attention 16.10 毫秒，MoE 13.89 毫秒，批 1528。128 卡换入合计 286.73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毫秒到 0.33×10^6 仍全在 HBM，没有进池的长度，不进这两页。后面的分析沿用这个口径。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DDR 池换入的量和时间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进池的长度从 256K 起，批从 4880 降到 1528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8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只统计 KV 换进 DDR 池的输入。换入量 = 溢出比例 × 这一步的稀疏读，每卡带宽 320 GB/s。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247120" cy="1883664"/>
        </p:xfrm>
        <a:graphic>
          <a:graphicData uri="http://schemas.openxmlformats.org/drawingml/2006/table">
            <a:tbl>
              <a:tblPr firstRow="1"/>
              <a:tblGrid>
                <a:gridCol w="1234440"/>
                <a:gridCol w="1143000"/>
                <a:gridCol w="822960"/>
                <a:gridCol w="960120"/>
                <a:gridCol w="1371600"/>
                <a:gridCol w="1508760"/>
                <a:gridCol w="1325880"/>
                <a:gridCol w="288036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每卡换入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卡合计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换入耗时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 瓶颈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4880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9.8%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689.1 MB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88.21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11.36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0.33×10^6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4096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1.04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132.49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10.26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21.7%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212.05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9.41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2.24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286.73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8.58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3383280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同一批长度上，换入和另外几笔的耗时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3712463"/>
          <a:ext cx="11247120" cy="1645920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1554480"/>
                <a:gridCol w="1645920"/>
                <a:gridCol w="1737360"/>
                <a:gridCol w="1645920"/>
                <a:gridCol w="1554480"/>
                <a:gridCol w="1783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KV+权重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0.33×10^6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29.50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29.80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8.58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29.99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84048" y="5522976"/>
            <a:ext cx="11430000" cy="91440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559552"/>
            <a:ext cx="1113739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稀疏读不是整段存量：30 层压缩 indexer、31 层 HCA、最多 1024 条完整 latent，再加 4.50 MB。带宽 320 GB/s。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毫秒到 0.33×10^6 仍全在 HBM，128K 也全在 HBM。这两页只保留溢出大于 0 的长度，后面的分析沿用这个口径。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共同假设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计算口径：只在融合 kernel 与显式流水里计算重叠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Attention 与 MoE 前后相加。权重/数据读取与本地计算可在融合 kernel 内重叠；通信是否重叠按阶段单独说明。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4023360"/>
        </p:xfrm>
        <a:graphic>
          <a:graphicData uri="http://schemas.openxmlformats.org/drawingml/2006/table">
            <a:tbl>
              <a:tblPr firstRow="1"/>
              <a:tblGrid>
                <a:gridCol w="1508760"/>
                <a:gridCol w="4956048"/>
                <a:gridCol w="496519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TP=8、DP=16；MoE EP=128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同左；最忙 TP 组 n=⌈BS/16⌉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prefix、融合 kernel、AR 跨 query chunk 流水，取瓶颈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 在前；融合 kernel 后再加 AR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同左；两个 EP 方向分别统计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位置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98% prefix 在远端 KV 缓存，经参数面拉取；Decode 没有副本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放不下先从 DDR 池写回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KV 按层发送；只加未被后续计算隐藏的尾巴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不进入单步 TPOT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按 TP=8；MoE 取最忙 EP 卡，逐专家 16 行 padding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固定开销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不伪造数值；单列为未计入项</a:t>
                      </a:r>
                    </a:p>
                  </a:txBody>
                  <a:tcPr marL="54864" marR="54864" marT="27432" marB="18288" anchor="ctr">
                    <a:solidFill>
                      <a:srgbClr val="F8F1E4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不伪造数值；SLO 结果是数据面理论上限</a:t>
                      </a:r>
                    </a:p>
                  </a:txBody>
                  <a:tcPr marL="54864" marR="54864" marT="27432" marB="18288" anchor="ctr">
                    <a:solidFill>
                      <a:srgbClr val="F8F1E4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705856"/>
            <a:ext cx="11430000" cy="713232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742432"/>
            <a:ext cx="111373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固定开销 = 调度 + kernel 启动 + collective 启动 + RMSNorm / RoPE / Router / 激活 / residual + logits / sampling + P/D 控制。当前没有实测值，不并入 BS 摸高；生产 SLO 必须从 10/30 毫秒预算里另留余量。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TTFT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TTFT = Attention + MoE + P→D 尾时延 + 固定开销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本页所有时间已经包含完整 61 层。98% prefix 经参数面拉取，Decode 没有副本。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89534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5623560"/>
                <a:gridCol w="4251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公式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注释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max(拉 prefix，HBM，Attention 计算，AR)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四条通路跨 query chunk 流水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⌈BS/16⌉ × K(0.98S) / (8 × 40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K(x)=4939.5x+滑窗；远端 KV →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计算上下文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= 0.02S × 0.98S + 0.02S × (0.02S + 1) / 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token 平均看到约 99% 的完整上下文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max(Attention HBM，Attention FLOP / 340.2 T)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含权重、prefix KV、新 KV 和激活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max(专家权重，专家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 EP 卡；逐专家 16 行 padding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 总量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⌈BS/16⌉ × K(S) / (8 × 40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K(S)=4939.5S+4.50 MB；发送完整 KV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 尾巴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max(0，P→D 总量 − 可重叠计算时间)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layer-wise 发送；只加最后没隐藏的部分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 = Attention + MoE + P→D 尾巴 + fixed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本档计算中 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468112"/>
            <a:ext cx="11430000" cy="95097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513832"/>
            <a:ext cx="11137392" cy="8595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冷请求最大输入 32.9 万：Attention 9.48 秒，其中 AR 1.80 秒、计算 9.48 秒；MoE 0.52 秒；P→D 总量 5.1 毫秒，全部被后续计算隐藏；数据面合计 10.00 秒。固定开销未计入。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TPOT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TPOT = Decode Attention + Decode MoE + 固定开销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11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Decode 不用 H2D。DDR 池里的 KV 必须先写回 HBM；标准执行不假设 GEMM 与 AR 融合。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950208"/>
        </p:xfrm>
        <a:graphic>
          <a:graphicData uri="http://schemas.openxmlformats.org/drawingml/2006/table">
            <a:tbl>
              <a:tblPr firstRow="1"/>
              <a:tblGrid>
                <a:gridCol w="1572768"/>
                <a:gridCol w="5870448"/>
                <a:gridCol w="398678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公式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注释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 TP 组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⌈BS / 16⌉；每卡 KV 读量 = n × RKV(S) / 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不再按 BS/128 的平均值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溢出比例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= max(0，(BS × KV 存量 − 5.72 TB) / (BS × KV 存量))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池容量不设上限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× 每卡 KV 读量 / 320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DDR 池 → D2D → HBM；必须先完成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max((全部 KV + 2.42 GB 权重) / 3.20 TB/s，FLOP / 340.2 T)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KV 仍从 HBM 再读；kernel 内访存/计算重叠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× 2×7/8 × n×7168×2 / 280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8卡fullmesh七链路并发；单独加在kernel后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 + Attention kernel + 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三段存在业务依赖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max(专家权重，专家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 两个方向分别统计；最忙卡、逐专家 padding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= Decode Attention + Decode MoE + fixed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固定开销未计入，结果是数据面理论上限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504688"/>
            <a:ext cx="11430000" cy="91440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550408"/>
            <a:ext cx="11137392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4K：10 毫秒批 222，Attention 0.85 毫秒 + MoE 9.14 毫秒 = 9.99 毫秒；30 毫秒批 7936，Attention 11.55 毫秒 + MoE 18.38 毫秒 = 29.94 毫秒。两档都没有给 fixed 留余量。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HBM 容量    ·    TTFT ≤ 10 秒    ·    98% prefix 命中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Prefill：输入变长后，时间摸高批下降，单卡 KV 占用仍小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每个饼是最忙活跃卡的 96 GB HBM。模型权重固定 45.31 GB，系统预留 6 GB；prefix 经参数面拉入 HBM。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45674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8.83 GB  ｜  空闲 35.86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1596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1596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498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5.20 GB  ｜  空闲 39.49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4788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4788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64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2.59 GB  ｜  空闲 42.10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632704"/>
            <a:ext cx="11430000" cy="78638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669280"/>
            <a:ext cx="111373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的长输入先被 TTFT 限制：4K / 256K / 1M 的最大批分别是 45674 / 498 / 64，最忙卡 HBM KV 只有 8.83 / 5.20 / 2.59 GB，均不需要 DDR 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HBM 容量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Decode：30 毫秒摸高时，256K 起把 HBM KV 房间占满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13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128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饼图只画单卡 96 GB HBM；放不下的 KV 在饼图外标出 DDR 池占用。仍按最忙活跃卡。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7936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1.53 GB  ｜  空闲 43.15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1596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1596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4880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44.69 GB  ｜  空闲 0.00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DDR 池 KV（图外）：4.85 GB / 卡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4788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4788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681728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1528    权重 45.31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44.69 GB  ｜  空闲 0.00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DDR 池 KV（图外）：17.52 GB / 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632704"/>
            <a:ext cx="11430000" cy="78638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669280"/>
            <a:ext cx="111373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毫秒：256K / 1M 的最忙卡各有 4.85 / 17.52 GB KV 在 DDR 池。10 毫秒批更小，4K / 512K / 1M 的 HBM KV 仅 0.04 / 4.54 / 7.78 GB，均不进池。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DeepSeek：96 GB / 486 T 上的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