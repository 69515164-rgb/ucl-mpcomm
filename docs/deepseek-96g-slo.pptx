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H2D。DDR5 的 1.6 TB/s 和 1.3 TB 按一台 8 卡机器记。有效 1.28 TB/s，每卡分到 160 GB/s 和 162.5 GB，与 H2D 同速。超节点 16 台机器，本机 DDR 共 20.8 TB。D2D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不变。注意力在机内 8 卡做 TP，16 台机器是 16 路 DP。MoE 把 2469 个专家铺到 128 卡，每卡 19.3 个，路由权重 FP4，共享专家 FP8，注意力 FP8。时间 = max(计算, 读权重) + 把 KV 送到 Decode。注意力和专家的 FLOP 都除以 128×340.2×10^12，也就是 486 T 的 70%。这一页的冷启动单请求不把机内 allreduce 算进 10 秒，allreduce 记在下一页的批上。与原先 DeepSeek 六页的拆分相同。在 S=1673685：indexer 3.9523s，HCA 2.0420s，专家 2.1683s，投影 1.4874s，稀疏注意力 0.3482s，合计计算 9.9984s。读权重 14.16 ms，KV 搬运 1.61 ms。S² 合计 5.99s，线性项 4.00s。4K 单条 TTFT 是 14.16 毫秒，停在读权重。1M 单条、无命中是 4.862 秒。该长度的 KV 约 8.27 GB，经 128×40 GB/s 的参数面送出。HBM 余量 5.72 TB，这一条放得下，H2D 不进这条 10 秒。H2D 64 GB/s 取 80% 为 51.2 GB/s，只在 prefill 需要主机内存时使用。权重已经在 HBM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90%。命中部分按参数面 40 GB/s 读。每条只把 10% 的 token 送进计算，这 10% 的 query 仍看全长上下文。时间 = 参数面读 KV + 注意力侧较长的一项 + 专家侧较长的一项。注意力侧在注意力计算、机内 allreduce、注意力权重之间取最大。专家侧在专家 GEMM、读专家权重、EP 之间取最大。这一页专家侧较长的是 GEMM。机内 allreduce：每组 token 数 = 现算 token / 16，每 token 7168×2 字节，环上 2×7/8，61 层，除以 40 GB/s。4K 的注意力侧是 allreduce。1M 的注意力计算已经长过 allreduce，注意力侧改取计算。4K 全局批 6606：现算 2.7058e+06 token，allreduce 6.470s，注意力计算 2.992s，专家计算 3.506s，EP 0.347s，读权重 13.40 ms，读 KV 23.5 ms，合计 9.999s。再加一条是 10.009s。1M 全局批 20：现算 2.0972e+06，allreduce 5.015s，注意力计算 7.006s（indexer 3.103s），专家计算 2.721s，EP 0.269s，读 KV 18.2 ms，合计 9.745s。HBM 余量 5.72 TB。4K 能放 231300 条，1M 能放 1103 条，都高于这页的时间批，所以 H2D 不进这页的 10 秒。单条、1,048,576 token、90% 命中的 TTFT 是 0.4880 秒，其中参数面读 KV 0.91 毫秒，allreduce 0.2507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不变。一步 = 注意力侧最长的一笔 + 专家侧最长的一笔。两段相加。命中率 = 1 − exp(−6×231 / 2469) = 0.4296。最忙卡 = min(19.289, 均值 + 2σ) = 12.634，已经顶到每卡全部本地专家。读权重 (12.634×2.015 GB + 4.030 GB) / 3.20 TB/s = 9.214 ms。整卡 19.3 个专家加共享要 13.40 毫秒，长过 10 毫秒，所以这一档不能把本地专家读满。机内 allreduce：ceil(231/16) = 15 条，每条 7168×2 字节，环上每层 2×7/8，61 层除以 40 GB/s = 0.574 ms。两项相加 9.984 ms。232 条是 10.002 ms。专家计算 3.664 ms，效率 0.082。EP 0.019 ms。注意力计算 0.285 ms。注意力权重 0.756 ms。4K – 32K 的全局批都是 231，KV 全在 HBM。2M 降到 150，存量约 0.0% 在总线内存池，池上稀疏读 0.00 ms，已经顶到 allreduce 留下的预算。1M 降到 197，1.67×10^6 降到 165。这些批的存量都放得进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卡一份副本。BS=6583 时 6×6583/2469 ≈ 16.00，命中率 1.0000，每卡 19.289 个专家全醒。读权重 (38.86 GB + 4.03 GB) / 3.20 TB/s = 13.404 ms。机内 allreduce：ceil(6583/16) = 412 条，环上每层 2×7/8，61 层，除以 40 GB/s = 15.763 ms。两项相加 29.167 ms。6584 条是 32.823 ms。再加一条时，每个专家的 token 跨过 16，16 行砖的效率从 100% 掉到一半，专家 GEMM 变成专家侧最长的一笔。专家 combine 0.843 ms，专家计算 8.530 ms，效率 1.000。注意力计算 7.417 ms。30 毫秒的通信限制在机内 8 卡 allreduce。EP 走 320 GB/s 的 D2D，这一步短于读权重。显存：每卡 96 − 38.86 − 4.03 − 2.42 − 6 = 44.69 GB，128 卡共 5.72 TB。HBM 放不下的 KV 走每卡总线内存池。标称 480 GB/s，被 3.2 Tb/s 的口卡住，有效 320 GB/s，容量不设上限。H2D 只在 prefill。256K、全局批 6583 时，存量的 33.1% 在池上，稀疏读 9.83 ms，短于 allreduce 15.76 ms，所以批保持 6583。512K 降到 4163，池上读 16.59 ms。1M 降到 2115，1.67×10^6 降到 1333。4K、输出 512、命中 90%：Prefill 660.6 请求/秒。10 毫秒 Decode 45.1 请求/秒，P:D ≈ 1:14.6。30 毫秒 Decode 428.6 请求/秒，P:D ≈ 1:1.5。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换入走内存池。三条通路同时看，取最慢的一条，再和专家阶段相加。S=4096 store=24.7MB cap=231300 b10=231 spill10=0.00% pool10=0.00ms b30=6583 spill30=0.00% pool30=0.00ms t30=29.17ms S=8192 store=45.0MB cap=127218 b10=231 spill10=0.00% pool10=0.00ms b30=6583 spill30=0.00% pool30=0.00ms t30=29.17ms S=32768 store=166.4MB cap=34384 b10=231 spill10=0.00% pool10=0.00ms b30=6583 spill30=0.00% pool30=0.00ms t30=29.17ms S=131072 store=651.9MB cap=8773 b10=229 spill10=0.00% pool10=0.00ms b30=6583 spill30=0.00% pool30=0.00ms t30=29.17ms S=262144 store=1299.4MB cap=4402 b10=226 spill10=0.00% pool10=0.00ms b30=6583 spill30=33.13% pool30=9.83ms t30=29.17ms S=524288 store=2594.2MB cap=2204 b10=222 spill10=0.00% pool10=0.00ms b30=4163 spill30=47.04% pool30=16.59ms t30=29.99ms S=1048576 store=5183.9MB cap=1103 b10=197 spill10=0.00% pool10=0.00ms b30=2115 spill30=47.83% pool30=16.59ms t30=30.00ms 2M 的 10 毫秒批 150，池上读 0.00 ms。4×10^6 的 10 毫秒批 74，30 毫秒批 571。1.67×10^6 的 10 毫秒批 165，30 毫秒批 1333。单条 1M、90% 命中的 TTFT 是 0.4880 秒。冷的 1M 单条是 4.862 秒。第 3 页 Prefill：4K 6606，8K 3303，32K 825，128K 206，256K 103，512K 51，1M 20。P:D 按 4K 进、512 出、90% 命中：Prefill 660.6 请求/秒，10 毫秒 Decode 45.1 请求/秒（1:14.64），30 毫秒 Decode 428.6 请求/秒（1:1.54）。副本数按这个吞吐比配置，单副本时延不变。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0。256K BS=6583 pool=3145.0 MB t=9.828 ms ar=15.763 ca=14.768 step=29.167。512K BS=4163 pool=5308.1 MB t=16.588 ms step=29.992。10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+ 61×128×576。256K bs=6583 spill=33.13% pool=3145.0MB t=9.828ms step=29.167ms 512K bs=4163 spill=47.04% pool=5308.1MB t=16.588ms step=29.992ms 1M bs=2115 spill=47.83% pool=5309.2MB t=16.591ms step=29.996ms 1.67×10^6 bs=1333 spill=48.12% pool=5307.5MB t=16.586ms step=29.990ms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1.67×10^6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一条请求放在一个 128 卡副本上。计算 10.0 秒，读权重 14.2 毫秒，送 KV 1.6 毫秒。S² 占 5.99 秒，线性项占 4.00 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S² 来自 indexer 和 HCA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决定输入能写多长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 随 token 线性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到这个长度约占 2.17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1.67×10^6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S²，除以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S²，除以同一个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5.64×10^10 FLOP × S，除以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 × S，除以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+ 送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45.31 GB / 3.20 TB/s；KV 8.27 GB / (128×40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14.16 毫秒 + 1.61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计算和读权重取长的一项，再加送 KV。机内 allreduce 记在下一页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6606，1M 是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多条同时进同一份 128 卡副本。命中 90% 的 KV 走参数面，只现算 10%。4K 的注意力侧取 allreduce，1M 取注意力计算，再加专家 GEMM。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6606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20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 × 5.64×10^10 FLOP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128 × 340.2×10^12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 取 allreduce，1M 取注意力计算，专家侧取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9.75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6606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3303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2.67×10^6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6.39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这些批的 KV 都放得进 HBM：4K 能放 23.1 万 条，1M 能放 1103 条。参数面读命中 KV 约 23.5 毫秒。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9.21 毫秒，只醒了 12.6 个。机内 allreduce 0.57 毫秒。专家 GEMM 3.66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每层机内 allreduce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BF16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 2.42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12.6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9.21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16 行砖对齐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816352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1 − exp(−6×231 / 2469) = 43%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最忙卡按均值 + 2σ，顶到 12.6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29.49 GB（路由 + 共享）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3.20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15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3.66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最忙卡送出的 BF16 combine /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0.57，专家侧 9.21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9.98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1.67×10^6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6583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15.76 毫秒。D2D 上的 EP 0.84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6583，这一步怎么加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 / 16 = 412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随批线性涨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这一档是注意力侧最长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毫秒，短于读权重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7.42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16.0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100%，8.53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761488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命中率 100%，19.3 个专家全读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/ 3.20 TB/s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412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 × 6 / 2469 ≈ 16.0 token / 专家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对齐效率 100%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combine /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短输入的打分和投影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 15.76，专家侧 13.40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29.17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128K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6583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6583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33.1% 在总线内存池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4163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32.5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47.0%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1.67×10^6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10.4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48.1% 在总线内存池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6583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33.1%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4163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2115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32K 都是 231，全在 HBM。一步是读专家 9.21 毫秒加机内 allreduce 0.57 毫秒。1M 降到 197，1.67×10^6 是 165，仍然全在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毫秒在 4K – 128K 仍是 6583，全在 HBM。256K 仍是 6583，33.1% 在总线内存池：稀疏读 9.8 毫秒，短于 allreduce 15.76 毫秒。512K 降到 4163，1M 为 2115，1.67×10^6 为 1333。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6606，1M 为 20。4K 进、512 出、90% 命中时，P:D 在 10 毫秒约 1:14.6，在 30 毫秒约 1:1.5。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 每卡换入 3.15 GB，512K 换入成为最长的一笔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池的输入。一步仍是注意力侧最长的一笔，加上专家侧最长的一笔。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 · 批 6583 · 溢出 33.1%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 · 批 4163 · 溢出 47.0%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630.5 MB · 15.76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399.4 MB · 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100% · 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63% · 8.53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combine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269.9 MB · 0.84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170.6 MB · 0.53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14.77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14.54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上的 KV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6.35 GB · 1.98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5.98 GB · 1.87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3.15 GB · 9.83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 · 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+ 读专家 · 29.17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字节按每卡。256K 溢出 33.1%，换入 3.15 GB / 320 GB/s = 9.83 毫秒，短于 allreduce 15.76 毫秒，批保持 6583。128 卡合计 402.56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512K 换入 5.31 GB、16.59 毫秒，长过 allreduce 和注意力计算，和读专家 13.40 毫秒相加，批降到 4163。128 卡合计 679.44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1.67×10^6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256K 起，批从 6583 降到 1333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883664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6583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33.1%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3.15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402.56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15.76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4163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47.0%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679.44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2115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47.8%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679.58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1.67×10^6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1333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48.1%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5.31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679.36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645920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上的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14.77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1.98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29.17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14.54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1.67×10^6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16.59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12.69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1.67×10^6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