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个专家，通信量不随专家总数变。后面几页是配置 2，不再用 96 GB 和 486×10^12。每卡 HBM 180 GB，带宽 9 TB/s，计时取 80% 即 7.2 TB/s。专家 GEMM 用 7×10^15 FP4。注意力权重在字节模型里是 FP8（19.35 GB），算力取 FP4 的一半，3.50×10^15。链路按 Gb/s 换算：D2D、机内 P2P、参数面都是 400 Gb/s = 50 GB/s 峰值，80% 后 40 GB/s。H2D 800 Gb/s = 100 GB/s 峰值，80% 后 80 GB/s。机器 DDR 768 GB、1288.8 GB/s 是一台 16 卡机器的数。进卡取 H2D 80 GB/s 与单卡 DDR 份额 1031/16 = 64.4 GB/s 里较慢的一条。128 卡超节点 = 8 台机器。注意力 TP=16 留在机内 fullmesh，DP=8。MoE EP=128 走 D2D。每卡扣掉路由 38.86 GB、共享 4.03 GB、注意力 1.21 GB 和 6 GB 预留后，128 卡 KV 余量 16.63 TB。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卡副本，提高并发，不缩短这一条的 TTFT。注意力在机内 16 卡做 TP，8 台机器是 8 路 DP。MoE 把 2469 个专家铺到 128 卡，每卡 19.3 个，路由权重 38.9 GB FP4，共享专家 4.03 GB FP8，注意力 1.21 GB FP8。时间 = max(计算, 读权重) + 把 KV 送到 Decode。注意力 FLOP 除以 128×3.50×10^15，专家 FLOP 除以 128×7.00×10^15。在 S=6535920：indexer 5.859s，HCA 3.027s，专家 0.412s，投影 0.565s，稀疏注意力 0.132s，合计计算 9.994s。读权重 6.13 ms，KV 搬运 6.31 ms。S² 合计 8.89s，线性项 1.11s。4K 单条 TTFT 是 6.1 毫秒，停在读权重。1M 单条、无命中是 0.41 秒。若注意力改按 BF16、算力再减半到 1.75×10^15，同一公式的最大输入降到 4.58×10^6。本页按 FP8。400 Gb/s 写成 50 GB/s 再取 80%。若原话是 GB/s，瓶颈会换边，本页的 40 GB/s 不再成立。下一页换成 90% KV 命中，问同一份副本上 TTFT 仍不超过 10 秒时能同时放进多少条。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TP=16、DP=8，MoE EP=128。KV 命中 90%。命中部分按参数面 40 GB/s 读。每条只把 10% 的 token 送进计算，这 10% 的 query 仍看全长上下文。时间 = 参数面读 KV + 注意力侧较长的一项 + 专家侧较长的一项。注意力侧在注意力计算、机内 allreduce、注意力权重之间取最大。专家侧在专家 GEMM、读专家权重、EP 之间取最大。机内 allreduce：每组 token 数 = 现算 token / 8，每 token 7168×2 字节，环上 2×15/16，61 层，除以 40 GB/s。4K 全局批 3964：现算 1.6237e+06 token，allreduce 8.320s，注意力计算 0.174s，专家计算 0.102s，EP 1.664s，读权重 5.96 ms，读 KV 14.1 ms，合计 9.998s。3965 条超过 10 秒。1M 全局批 15：现算 1.5729e+06，allreduce 8.059s，注意力计算 0.511s（indexer 0.226s），专家计算 0.099s，合计 9.685s。16 条是 10.33s。4K 到 128K，allreduce 和专家 GEMM 都只跟现算 token 数有关，全局批大致按输入反比下降，现算总量停在约 1.62×10^6。1M 时注意力计算升到 0.51 秒，仍短于 allreduce 的 8.06 秒。HBM 余量 16.63 TB。4K 能放 672342 条，1M 能放 3207 条，都高于这页的时间批。单条、1,048,576 token、90% 命中的 TTFT 是 0.65 秒，其中参数面读 KV 0.91 毫秒，allreduce 0.54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TP=16、DP=8，MoE EP=128。加 Decode 节点是多副本，单副本的 TPOT 不变。一步 = 注意力侧最长的一笔 + 专家侧最长的一笔。两段相加。命中率 = 1 − exp(−6×784 / 2469) = 0.851。最忙卡 = min(19.289, 均值 + 2σ) = 19.289，已经顶到每卡全部本地专家。读权重 (19.289×2.015 GB + 4.030 GB) / 7.2 TB/s = 5.958 ms。机内 allreduce：ceil(784/8) = 98 条，每条 7168×2 字节，环上每层 2×15/16，61 层除以 40 GB/s = 4.017 ms。两项相加 9.97 ms，表上记 10.0 毫秒。785 条是 10.02 ms。专家计算 0.353 ms，效率 0.140。EP 0.803 ms。注意力计算 0.097 ms。注意力权重 0.168 ms。4K 到 2M，全局批都是 784，KV 全在 HBM。5×10^6 降到 683，6.54×10^6 降到 523，多出来的存量走本卡 H2D 64.4 GB/s。把 D2D 加宽，这一档的批先不变：EP 只有 0.80 毫秒，短于 allreduce。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毫秒相同：TP=16，DP=8，EP=128，128 卡一份副本。BS=4688 时 6×4688/2469 ≈ 11.39，命中率 1.0000，每卡 19.289 个专家全醒。读权重 (38.86 GB + 4.03 GB) / 7.2 TB/s = 5.958 ms。机内 allreduce：ceil(4688/8) = 586 条，环上每层 2×15/16，61 层，除以 40 GB/s = 24.021 ms。两项相加 29.98 ms，表上记 30.0 毫秒。4689 条是 30.02 ms。专家 combine 4.804 ms，专家计算 0.415 ms，效率 0.712。注意力计算 0.513 ms。30 毫秒的通信限制在机内 16 卡 allreduce。EP 走的 D2D 同样是 40 GB/s，这一步只有 4.80 毫秒。显存：每卡 180 − 38.86 − 4.03 − 1.21 − 6 = 129.9 GB，128 卡共 16.63 TB。HBM 放不下的 KV 走本卡换入。H2D 有效 80 GB/s，单卡分到的 DDR 是 1288.8×0.8/16 = 64.4 GB/s，取较慢的 64.4 GB/s。约 70 万 token 以内全局批仍是 4688。80 万 token 起下降。1M 为 3502，2M 为 1839，6.54×10^6 为 564。4K、输出 512、命中 90%：Prefill 396 请求/秒。10 毫秒 Decode 154 请求/秒，P:D ≈ 1:2.6。30 毫秒 Decode 305 请求/秒，P:D ≈ 1:1.3。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HCA。HBM 余量 16.63 TB。溢出进 GPU 的口是本卡换入，有效 64.44 GB/s。这个口是 min(H2D 80 GB/s, 机器 DDR 有效 1031 GB/s / 16)。远端 DDR 进这张卡也走这张卡的 H2D。三条通路同时走，取最慢的一条，再和专家阶段相加。S=4096 store=24.7MB cap=672342 b10=784 spill10=0.00% b30=4688 spill30=0.00% t30=29.98ms S=8192 store=45.0MB cap=369797 b10=784 spill10=0.00% b30=4688 spill30=0.00% t30=29.98ms S=32768 store=166.4MB cap=99947 b10=784 spill10=0.00% b30=4688 spill30=0.00% t30=29.98ms S=131072 store=651.9MB cap=25504 b10=784 spill10=0.00% b30=4688 spill30=0.00% t30=29.98ms S=262144 store=1299.4MB cap=12796 b10=784 spill10=0.00% b30=4688 spill30=0.00% t30=29.98ms S=524288 store=2594.2MB cap=6409 b10=784 spill10=0.00% b30=4688 spill30=0.00% t30=29.98ms S=1048576 store=5183.9MB cap=3207 b10=784 spill10=0.00% b30=3502 spill30=8.41% t30=29.95ms 10 毫秒在 4M 仍是 784，5M 为 683，6.54×10^6 为 523。30 毫秒在 70 万 token 仍是 4688，80 万 token 为 4585。1M 为 3502，其中约 8.4% 的存量经 H2D 读，这一笔约 24 毫秒。单条 1M、90% 命中的 TTFT 是 0.65 秒。冷的 1M 单条是 0.41 秒。第 3 页 Prefill：4K 3964，8K 1982，32K 495，128K 123，256K 61，512K 30，1M 15。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70432"/>
          <a:ext cx="11430000" cy="4096512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 180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5687568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724144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时延页按配置 2：专家 7 P FP4，注意力 3.50 P FP8，HBM 180 GB / 9 TB/s。400 Gb/s 取 80% 为 40 GB/s，800 Gb/s 取 80% 为 80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6.54×10^6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一条请求放在一个 128 卡副本上。计算 10.0 秒，读权重 6.1 毫秒，送 KV 6.3 毫秒。S² 占 8.89 秒，线性项占 1.11 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72768"/>
          <a:ext cx="11430000" cy="2231136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台机器做 DP=8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40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1.21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S² 来自 indexer 和 HCA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决定输入能写多长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 随 token 线性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到这个长度约占 0.41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33087"/>
          <a:ext cx="11430000" cy="1956816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6.54×10^6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S²，除以 128 × 3.50×10^15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S²，除以同一 FP8 算力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5.64×10^10 FLOP × S，除以 128 × 7.00×10^15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 × S，除以 FP8 算力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+ 送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44.1 GB / 7.2 TB/s；KV 32.3 GB / (128×40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 毫秒 + 6.3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计算和读权重取长的一项，再加送 KV。S 再大，前两行先超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3964，1M 是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多条同时进同一份 128 卡副本。命中 90% 的 KV 走参数面，只现算 10%。注意力侧取 allreduce，再加专家侧较长的一项。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72768"/>
          <a:ext cx="11430000" cy="2267712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3964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15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2×15/16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8.32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FP8 的 3.50 P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 × 5.64×10^10 FLOP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128 × 7.00×10^15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两侧取较长的一项，再加参数面读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9.68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913632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33087"/>
          <a:ext cx="11430000" cy="1773936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1.62×10^6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8.32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1982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8.32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8.31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8.19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这些批的 KV 都放得进 HBM：4K 能放 67.2 万 条，1M 能放 3207 条。参数面读命中 KV 约 14.1 毫秒。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784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整卡专家 5.96 毫秒，机内 allreduce 4.02 毫秒。专家 GEMM 0.35 毫秒，D2D 上的 EP 0.80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25603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TP=16，DP=8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8⌉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每层机内 allreduce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4.02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BF16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 1.21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0.17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19.3 个专家这一步 5.96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整张本地表都读到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8⌉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16 行砖对齐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2.2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14%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3035808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1 − exp(−6×784 / 2469) = 85%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最忙卡按均值 + 2σ，顶到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19.3 × 2.015 GB + 共享 4.03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7.2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98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2×15/16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4.02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2.2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14%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最忙卡送出的 BF16 combine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4.02 毫秒，专家侧 5.96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6.1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6.1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5×10^6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1.5% 经本卡 H2D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6.54×10^6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523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4.1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1.5% 经本卡 H2D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4688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专家整卡读完，读权重停在 5.96 毫秒。剩下的预算被机内 16 卡 allreduce 用掉，24.0 毫秒。专家域通信 4.80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4688，这一步怎么加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25603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TP=16，DP=8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 / 8 = 586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随批线性涨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这一档是注意力侧最长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 走 40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4.80 毫秒，短于读权重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放不下走本卡 H2D 64.4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7.2 TB/s = 5.96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0.51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11.4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71%，0.41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2962656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命中率 100%，19.3 个专家全读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加共享专家，除以 7.2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586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2×15/16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 × 6 / 2469 ≈ 11.4 token / 专家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对齐效率 71%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combine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短输入的打分和投影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24.0 毫秒，专家侧 5.96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4688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36.6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3502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27.4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8.4% 经本卡 H2D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1839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14.4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8.5% 经本卡 H2D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6.54×10^6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564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8.7% 经本卡 H2D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输入越长，30 毫秒的全局批掉得越快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一份 128 卡副本    ·    访存与通信取峰值的 80%    ·    专家 FP4、注意力 FP8，Cube 按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卡上的条数。溢出 KV 走本卡 H2D，按 64.4 GB/s：800 Gb/s 的 80% 与每卡 DDR 份额里较慢的一条。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89888"/>
          <a:ext cx="11430000" cy="329184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67.2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37.0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9.99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2.55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3207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6.1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8.4% 经本卡 H2D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102352"/>
            <a:ext cx="11430000" cy="135331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175504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2M 都是 784，全在 HBM。一步是机内 allreduce 4.02 毫秒加读专家 5.96 毫秒。5×10^6 降到 683，6.54×10^6 降到 523。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毫秒在约 70 万 token 以内仍是 4688，卡在 allreduce 24.0 毫秒加读权重 5.96 毫秒。1M 为 3502（8.4% 经本卡 H2D），2M 为 1839，6.54×10^6 为 564。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3964，1M 为 15。4K、输出 512、90% 命中时，P:D 在 10 毫秒约 1:2.6，在 30 毫秒约 1:1.3。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DeepSeek：结构外推与 TTFT / TPOT（配置 2）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