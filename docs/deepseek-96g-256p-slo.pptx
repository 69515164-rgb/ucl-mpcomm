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8.825376</c:v>
                </c:pt>
                <c:pt idx="3">
                  <c:v>55.29402081600001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5.197430784</c:v>
                </c:pt>
                <c:pt idx="3">
                  <c:v>58.92196603200001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2.59196928</c:v>
                </c:pt>
                <c:pt idx="3">
                  <c:v>61.527427536000005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1.7403456</c:v>
                </c:pt>
                <c:pt idx="3">
                  <c:v>62.37905121600001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TB/s。H2D是64 GB/s（字节），80%后51.2 GB/s，只用于Prefill主机输入。Decode直挂DDR/KV换入走D2D；HBM内权重与KV仍按3.20 TB/s读取。D2D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卡住。DDR池容量不设上限、标称480 GB/s；Decode换入=min(480, 400)×80%=320 GB/s。MoE dispatch/combine也走D2D，但位于不同执行阶段。本页池带宽按每卡，不把480 GB/s理解成256卡共享。注意力TP=8留在机内fullmesh，32个TP组做DP=32。MoE EP=256走D2D。每卡扣掉路由 19.43 GB、共享 4.03 GB、注意力 2.42 GB 和 6 GB 预留后，256卡KV余量 16.41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单请求不跨副本。增加Prefill节点是多放几份256卡副本，提高并发，单条TTFT不变。冷请求没有 prefix 拉取。Attention = max(HBM, compute, AR)，MoE = dispatch + max(weight, GEMM) + combine，两段相加。在 S=335248：indexer 2.5372s，HCA 1.3109s，投影 4.7671s，稀疏注意力 1.1160s，Attention 计算 9.7312s，AR 1.8323s，所以 Attention 取 9.7312s。MoE 0.2687s。完整 KV 的 P-D 传输 5.19 ms，layer-wise 发送后尾巴 0.00 ms。数据面合计 9.9999s。固定开销没有实测，不计入；生产最大长度必须再留余量。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这一页的批是256卡副本上的全局批，每卡条数=全局批/256。切分与上一页相同：注意力TP=8、DP=32，MoE EP=256。KV 命中 98%，命中部分经每卡 40 GB/s 的参数面拉到 HBM。每条只现算 2%，这些 query 的平均上下文约为 99%S。Attention = max(prefix pull, HBM, compute, AR)。MoE = dispatch + max(weight, GEMM) + combine。Attention 与 MoE 相加。4K 全局批 91348：现算 7.4832e+06 token，allreduce 1.278s，注意力计算 4.169s，专家计算 5.830s，EP 双向 0.963s，读专家权重 7.33 ms，拉 prefix 217.0 ms，合计 10.000s。再加一条是 10.003s。1M 全局批 128：现算 2.6844e+06，allreduce 0.458s，注意力计算 7.435s（indexer 3.932s），MoE 2.098s，EP 双向 0.347s，拉 prefix 63.5 ms，合计 9.533s。P-D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Decode与Prefill用同一份256卡副本：注意力TP=8、DP=32，MoE EP=256。加 Decode 节点是多副本，单副本的 TPOT 不变。Attention = SWAP + max(HBM, compute) + AR。MoE = dispatch + max(weight, GEMM) + combine。两段相加。命中率 = 1 − exp(−6×2884 / 2469) = 0.9991。最忙卡激活专家 9.645。读权重 (9.645×2.015 GB + 4.030 GB) / 3.20 TB/s = 7.332 ms。机内allreduce：ceil(2884/32)=91条，每条7168×2字节，每层通信量2×7/8，61层除以280 GB/s=0.497 ms。Attention 2.209 ms，MoE 7.791 ms，合计 10.000 ms。2885 条是 10.000 ms。专家计算 4.035 ms，EP 双向 0.459 ms。注意力计算 1.712 ms，HBM 0.844 ms。4K 的全局批都是 2884，KV 全在 HBM。2M 降到 512，池上KV经D2D换入 0.00 ms。1M 降到 512，0.34×10^6 降到 1536。HBM放不下的Decode KV统一走320 GB/s直挂DDR池。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30毫秒用的切分与10毫秒相同：TP=8，DP=32，EP=256，256卡一份副本。BS=18002 时命中率 1.0000，最忙卡激活 9.645 个专家。读权重 (19.43 GB + 4.03 GB) / 3.20 TB/s = 7.332 ms。机内allreduce：ceil(18002/32)=563条，每层通信量2×7/8，61层，除以280 GB/s=3.077 ms。Attention 13.347 ms，MoE 15.392 ms，合计 28.739 ms。18003 条是 32.395 ms。EP 双向 2.530 ms，专家计算 12.862 ms，效率 1.000。注意力计算 10.269 ms。显存：每卡96−19.43−4.03−2.42−6=64.12 GB，256卡共16.41 TB。HBM放不下的Decode KV经每卡直挂DDR池换入；有效320 GB/s，容量不设上限。512K、全局批 7692 时已有 17.7% KV在池中，池上读 5.80 ms。512K 降到 7692，池上读 5.80 ms。1M 降到 4192，0.34×10^6 降到 11224。4K、输出 512、命中 98%：Prefill 9134.8 请求/秒。10 毫秒 Decode 563.3 请求/秒，P:D ≈ 1:16.2。30 毫秒 Decode 1172.0 请求/秒，P:D ≈ 1:7.8。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BS一律是256卡副本的全局批。每卡条数=全局批/256。存量 = S×4939.5 字节 + 4.50 MB。一步真正读的是压缩 indexer、最多 1024 条完整 KV 和 HCA，所以溢出比例高时，池上的读时延仍可能短于 allreduce。HBM余量16.41 TB。溢出KV经每卡D2D进入GPU，有效320 GB/s，DDR池容量不设上限。换入带宽=min(DDR池480 GB/s, D2D口400 GB/s)×80%=320 GB/s。专家通信也走D2D，但与Attention换入不在同一执行阶段。Decode Attention = SWAP + max(HBM, compute) + AR；再加完整 MoE。S=4096 store=24.7MB cap=663761 b10=2884 spill10=0.00% pool10=0.00ms b30=18002 spill30=0.00% pool30=0.00ms t30=28.74ms S=8192 store=45.0MB cap=365078 b10=2811 spill10=0.00% pool10=0.00ms b30=18002 spill30=0.00% pool30=0.00ms t30=28.90ms S=32768 store=166.4MB cap=98671 b10=2560 spill10=0.00% pool10=0.00ms b30=18002 spill30=0.00% pool30=0.00ms t30=29.87ms S=131072 store=651.9MB cap=25178 b10=2048 spill10=0.00% pool10=0.00ms b30=15306 spill30=0.00% pool30=0.00ms t30=30.00ms S=262144 store=1299.4MB cap=12632 b10=1536 spill10=0.00% pool10=0.00ms b30=12288 spill30=0.00% pool30=0.00ms t30=29.59ms S=524288 store=2594.2MB cap=6327 b10=1024 spill10=0.00% pool10=0.00ms b30=7692 spill30=17.74% pool30=5.80ms t30=30.00ms S=1048576 store=5183.9MB cap=3166 b10=512 spill10=0.00% pool10=0.00ms b30=4192 spill30=24.46% pool30=8.41ms t30=29.97ms 2M 的 10 毫秒批 512，池上读 0.00 ms。4×10^6 的 10 毫秒批 178，30 毫秒批 1096。0.34×10^6 的 10 毫秒批 1536，30 毫秒批 11224。单条 1M、98% 命中的 TTFT 是 1.8790 秒。冷的 1M 单条是 56.872 秒。第 3 页 Prefill：4K 91348，8K 45366，32K 10912，128K 2368，256K 996，512K 384，1M 128。P:D 按 4K 进、512 出、98% 命中：Prefill 9134.8 请求/秒，10 毫秒 Decode 563.3 请求/秒（1:16.22），30 毫秒 Decode 1172.0 请求/秒（1:7.79）。副本数按这个吞吐比配置，单副本时延不变。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0。0.34×10^6 BS=11224 pool=1202.7 MB t=3.758 ms ar=1.918 ca=14.258 step=29.998。1M BS=4192 pool=2691.3 MB t=8.410 ms step=29.970。10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池上字节=spill×ceil(BS/32)×n_csa_read(S)/8。换入走D2D，有效320 GB/s。n_csa_read = 30×(S/4)×64 + 31×(S/128)×576 + 30×min(1024,S/4)×576 + 61×128×576。0.34×10^6 bs=11224 spill=11.92% pool=1202.7MB t=3.758ms step=29.998ms 512K bs=7692 spill=17.74% pool=1854.5MB t=5.795ms step=29.997ms 1M bs=4192 spill=24.46% pool=2691.3MB t=8.410ms step=29.970ms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S=335248，Attention=9.731201s，AR=1.832331s，compute=9.731201s，HBM=0.000885s，MoE=0.268744s，P-D=0.005189s，tail=0.000000s，total=9.999946s。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BS=2884 data-plane=9.999907ms；4K 30ms BS=18002 data-plane=28.738932ms。生产摸高需要先给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饼图按最忙活跃GPU，不按256卡平均。每卡固定：路由专家19.432 GB，共享专家4.030 GB，Attention 2.419 GB，系统预留6 GB。KV=ceil(BS/32)×store_seq(S)/8。4K: BS=91348, kv=8.825GB, free=55.294GB. 256K: BS=996, kv=5.197GB, free=58.922GB. 1M: BS=128, kv=2.592GB, free=61.527GB.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BS=18002, hbm_kv=1.740GB, pool=0.000GB, free=62.379GB. 512K: BS=7692, hbm_kv=64.119GB, pool=14.031GB, free=0.000GB. 1M: BS=4192, hbm_kv=64.119GB, pool=20.768GB,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Prefill MoE按最忙EP卡统计。dispatch和combine分别计算，不能互相重叠；专家权重读取与GEMM位于融合kernel内，取二者最大值。4K: BS=91348, Q=7483228, dispatch=0.481585s, weight=0.007332s, gemm=4.867284s, combine=0.481585s, total=5.830454s. 8K: BS=45366, Q=7432765, dispatch=0.478345s, weight=0.007332s, gemm=4.837146s, combine=0.478345s, total=5.793836s. 32K: BS=10912, Q=7151288, dispatch=0.460273s, weight=0.007332s, gemm=4.653798s, combine=0.460273s, total=5.574344s. 128K: BS=2368, Q=6207570, dispatch=0.399676s, weight=0.007332s, gemm=4.040202s, combine=0.399676s, total=4.839553s. 256K: BS=996, Q=5221908, dispatch=0.336372s, weight=0.007332s, gemm=3.400502s, combine=0.336372s, total=4.073246s. 512K: BS=384, Q=4026532, dispatch=0.259575s, weight=0.007332s, gemm=2.624869s, combine=0.259575s, total=3.144020s. 1M: BS=128, Q=2684355, dispatch=0.173301s, weight=0.007332s, gemm=1.751132s, combine=0.173301s, total=2.097734s.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TB/s取80%为3.20 TB/s。算力486 T取70%为340.2 T。H2D每卡64 GB/s取80%为51.2 GB/s，用于Prefill主机输入。机内DDR5每机1288.8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D2D每卡3.2 Tb/s取80%为320 GB/s，承载MoE EP和Decode直挂DDR池换入。DDR池标称480 GB/s，受400 GB/s D2D口限制，取80%后有效320 GB/s。8卡fullmesh每条链路400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0.34×10^6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9.73 秒（AR 1.83 秒、计算 9.73 秒），MoE 0.27 秒；P→D 5.2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个TP组做 DP=32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9.6 个，19.4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0.34×10^6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4.77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1.83 秒 + 5.19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9.73 秒 + MoE 0.27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91348，1M 是 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91348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128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9.53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2884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7.33 毫秒，只醒了 9.6 个。机内 allreduce 0.50 毫秒。专家 GEMM 4.03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9.6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9.6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7.33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32⌉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1.71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4.03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0.84, 计算 1.71)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91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4.03)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2.21 + MoE 7.79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11.3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512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1536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18002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7.33 毫秒，机内 allreduce 3.08 毫秒。D2D 上的 EP 2.53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18002，这一步怎么加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18002/32=563条/组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9.6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2.53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直挂DDR换入320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10.27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48.0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100%，12.86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1.30, 计算 10.27)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563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12.86)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13.35 + MoE 15.39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28.74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18002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70.3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12288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7692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30.0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17.7% 在直挂 DDR 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11224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43.8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11.9% 在直挂 DDR 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512K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全局批是256卡上的条数。放不下的Decode KV进入直挂DDR池，并经每卡D2D以320 GB/s换回HBM。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36.5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2048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15306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12288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6327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3166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都是 2884，全在 HBM。短输入 Attention 2.21 毫秒，MoE 7.79 毫秒。1M 降到 512，0.34×10^6 是 1536，仍然全在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30毫秒短输入为18002。512K为7692，已有17.7% KV在池中；Attention 15.7 毫秒，MoE 13.9 毫秒。512K 降到 7692，1M 为 4192，0.34×10^6 为 11224。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91348，1M 为 128。4K 进、512 出、98% 命中时，P:D 在 10 毫秒约 1:16.2，在 30 毫秒约 1:7.8。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0.34×10^6 每卡换入 1.20 GB，1M 换入 2.69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 · 批 11224 · 溢出 11.9%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4192 · 溢出 24.5%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537.2 MB · 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200.5 MB · 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96%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76% · 4.41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516.7 MB · 1.61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206.4 MB · 0.65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12.50 GB · 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13.42 GB · 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 · 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 · 8.41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专家计算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字节按每卡。0.34×10^6 溢出 11.9%，换入 1.20 GB / 320 GB/s D2D = 3.76 毫秒，然后从HBM再读全部KV；Attention 19.93毫秒，MoE 10.06毫秒。256卡换入合计307.89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2.69 GB、8.41 毫秒；Attention 21.99毫秒，MoE 7.98毫秒，批4192。256卡换入合计688.96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0.34×10^6 起，批从 11224 降到 4192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只统计KV换进DDR池的输入。换入量=溢出比例×这一步的稀疏读；每卡走直挂D2D，有效320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499616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11224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307.89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14.26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474.74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688.96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316736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稀疏读不是整段存量：30层压缩indexer、31层HCA、最多1024条完整latent，再加4.50 MB。D2D换入带宽320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TP=8、DP=32；MoE EP=256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同左；最忙TP组 n=⌈BS/32⌉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33.5 万：Attention 9.73 秒，其中 AR 1.83 秒、计算 9.73 秒；MoE 0.27 秒；P→D 总量 5.2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Decode直挂DDR/KV经D2D换入。KV必须先写回HBM；HBM内读取仍按3.20 TB/s，且不假设GEMM与AR融合。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n=⌈BS/32⌉；每卡KV读量=n×RKV(S)/8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不再按BS/256的平均值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2884，Attention 2.21 毫秒 + MoE 7.79 毫秒 = 10.00 毫秒；30 毫秒批 18002，Attention 13.35 毫秒 + MoE 15.39 毫秒 = 28.74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91348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8.83 GB  ｜  空闲 55.29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996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5.20 GB  ｜  空闲 58.92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128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61.53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91348 / 996 / 128，最忙卡 HBM KV 只有 8.83 / 5.20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毫秒摸高时，512K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18002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1.74 GB  ｜  空闲 62.38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7692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KV（图外）：14.03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4192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KV（图外）：20.77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30毫秒：512K/1M的最忙卡各有 14.03 / 20.77 GB KV 在 DDR 池。10 毫秒批更小，4K / 512K / 1M 的 HBM KV 仅 0.28 / 10.38 / 10.37 GB，均不进池。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MoE 分阶段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MoE：长输入的摸高批下降，MoE 耗时随总现算 token 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每行采用该输入长度在 TTFT≤10秒下的最大全局批。MoE = dispatch + max(专家权重读取, 专家GEMM) + combine。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0515600" cy="309981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1143000"/>
                <a:gridCol w="1325880"/>
                <a:gridCol w="1325880"/>
                <a:gridCol w="1417320"/>
                <a:gridCol w="1417320"/>
                <a:gridCol w="13258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专家GEMM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4K：dispatch 0.48 秒 + max(权重 7.3 毫秒，GEMM 4.87 秒) + combine 0.48 秒 = 5.83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1M：dispatch 0.17 秒 + max(权重 7.3 毫秒，GEMM 1.75 秒) + combine 0.17 秒 = 2.10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所有长度都已激活每卡全部路由专家，权重读取稳定在7.3毫秒并被GEMM完全隐藏；主要开销是专家GEMM，其次是两次EP通信。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