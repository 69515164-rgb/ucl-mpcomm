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45A9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A4EA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专家权重</c:v>
                </c:pt>
                <c:pt idx="1">
                  <c:v>Attention权重</c:v>
                </c:pt>
                <c:pt idx="2">
                  <c:v>激活/workspace</c:v>
                </c:pt>
                <c:pt idx="3">
                  <c:v>系统预留</c:v>
                </c:pt>
                <c:pt idx="4">
                  <c:v>KV cache</c:v>
                </c:pt>
                <c:pt idx="5">
                  <c:v>空闲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23.461853184</c:v>
                </c:pt>
                <c:pt idx="1">
                  <c:v>2.41875</c:v>
                </c:pt>
                <c:pt idx="2">
                  <c:v>0.469762048</c:v>
                </c:pt>
                <c:pt idx="3">
                  <c:v>6.0</c:v>
                </c:pt>
                <c:pt idx="4">
                  <c:v>8.825376</c:v>
                </c:pt>
                <c:pt idx="5">
                  <c:v>54.824258768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45A9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A4EA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专家权重</c:v>
                </c:pt>
                <c:pt idx="1">
                  <c:v>Attention权重</c:v>
                </c:pt>
                <c:pt idx="2">
                  <c:v>激活/workspace</c:v>
                </c:pt>
                <c:pt idx="3">
                  <c:v>系统预留</c:v>
                </c:pt>
                <c:pt idx="4">
                  <c:v>KV cache</c:v>
                </c:pt>
                <c:pt idx="5">
                  <c:v>空闲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23.461853184</c:v>
                </c:pt>
                <c:pt idx="1">
                  <c:v>2.41875</c:v>
                </c:pt>
                <c:pt idx="2">
                  <c:v>0.469762048</c:v>
                </c:pt>
                <c:pt idx="3">
                  <c:v>6.0</c:v>
                </c:pt>
                <c:pt idx="4">
                  <c:v>5.197430784</c:v>
                </c:pt>
                <c:pt idx="5">
                  <c:v>58.452203984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45A9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A4EA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专家权重</c:v>
                </c:pt>
                <c:pt idx="1">
                  <c:v>Attention权重</c:v>
                </c:pt>
                <c:pt idx="2">
                  <c:v>激活/workspace</c:v>
                </c:pt>
                <c:pt idx="3">
                  <c:v>系统预留</c:v>
                </c:pt>
                <c:pt idx="4">
                  <c:v>KV cache</c:v>
                </c:pt>
                <c:pt idx="5">
                  <c:v>空闲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23.461853184</c:v>
                </c:pt>
                <c:pt idx="1">
                  <c:v>2.41875</c:v>
                </c:pt>
                <c:pt idx="2">
                  <c:v>0.469762048</c:v>
                </c:pt>
                <c:pt idx="3">
                  <c:v>6.0</c:v>
                </c:pt>
                <c:pt idx="4">
                  <c:v>2.59196928</c:v>
                </c:pt>
                <c:pt idx="5">
                  <c:v>61.057665488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25.880603183999998</c:v>
                </c:pt>
                <c:pt idx="1">
                  <c:v>6.0</c:v>
                </c:pt>
                <c:pt idx="2">
                  <c:v>1.7403456</c:v>
                </c:pt>
                <c:pt idx="3">
                  <c:v>62.37905121600001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25.880603183999998</c:v>
                </c:pt>
                <c:pt idx="1">
                  <c:v>6.0</c:v>
                </c:pt>
                <c:pt idx="2">
                  <c:v>64.119396816</c:v>
                </c:pt>
                <c:pt idx="3">
                  <c:v>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2A47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7A541C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E7A76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CE3E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模型权重</c:v>
                </c:pt>
                <c:pt idx="1">
                  <c:v>系统预留</c:v>
                </c:pt>
                <c:pt idx="2">
                  <c:v>KV cache</c:v>
                </c:pt>
                <c:pt idx="3">
                  <c:v>空闲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25.880603183999998</c:v>
                </c:pt>
                <c:pt idx="1">
                  <c:v>6.0</c:v>
                </c:pt>
                <c:pt idx="2">
                  <c:v>64.119396816</c:v>
                </c:pt>
                <c:pt idx="3">
                  <c:v>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 b="1">
                  <a:solidFill>
                    <a:srgbClr val="1C242E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1.6T 来自 V4-Pro 论文 arXiv:2606.19348：61 层，隐藏 7168，384 个路由专家，中间维 3072，每 token 激活 6 个，激活参数 49B。单个路由专家在全部层上是 3×7168×3072×61 = 4.030×10^9。384 个专家为 1.547×10^12，总参数 1.600×10^12 减去这一项，其余 5.260×10^10 含共享专家、注意力、mHC、词表和 MTP。10T 把专家数解成 2469，总参数 = 2469×4.030×10^9 + 5.260×10^10 = 1.000×10^13。FP4 容量 = 2469×4.030×10^9×0.5 字节 = 4.975 TB。640 GB 卡下限是 ceil(4.975 TB / 640 GB) = 8。单 token 通信量 6×3×7168×61 = 7.87×10^6 字节。每 token 仍只派 6 个专家，通信量不随专家总数变。后面几页是 96 GB、486 T 这一档。算力 486×10^12 再乘 70%，有效 340.2×10^12。注意力和专家用同一个峰值。HBM 96 GB，带宽 4 TB/s，计时取 80% 即 3.20 TB/s。H2D是64 GB/s（字节），80%后51.2 GB/s，只用于Prefill主机输入。Decode直挂DDR/KV换入走D2D；HBM内权重与KV仍按3.20 TB/s读取。D2D 3.2 Tb/s：换算400 GB/s峰值，80%后320 GB/s。8卡fullmesh每卡有7条400 Gb/s链路：聚合350 GB/s峰值，受D2D口约束前已较低，80%后AllReduce按280 GB/s。参数面400 Gb/s，80%后40 GB/s。DDR5 的 1288.8 GB/s 和 768 GB 按一台 8 卡机器记。有效 1031 GB/s，每卡分到 128.9 GB/s 和 96 GB。H2D 只有 51.2 GB/s，主机路径被 H2D 卡住。DDR池容量不设上限、标称480 GB/s；Decode换入=min(480, 400)×80%=320 GB/s。MoE dispatch/combine也走D2D，但位于不同执行阶段。本页池带宽按每卡，不把480 GB/s理解成256卡共享。注意力TP=8留在机内fullmesh，32个TP组做DP=32。MoE EP=256走D2D。每卡扣掉路由 19.43 GB、共享 4.03 GB、注意力 2.42 GB 和 6 GB 预留后，256卡KV余量 16.41 TB。Prefill 与 Decode 的副本数可以按吞吐配，副本个数不改变单副本的 TTFT 和 TPOT。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单请求不跨副本。增加Prefill节点是多放几份256卡副本，提高并发，单条TTFT不变。冷请求没有 prefix 拉取。Attention = max(HBM, compute, AR)，MoE = dispatch + max(weight, GEMM) + combine，两段相加。在 S=335248：indexer 2.5372s，HCA 1.3109s，投影 4.7671s，稀疏注意力 1.1160s，Attention 计算 9.7312s，AR 1.8323s，所以 Attention 取 9.7312s。MoE 0.2687s。完整 KV 的 P-D 传输 5.19 ms，layer-wise 发送后尾巴 0.00 ms。数据面合计 9.9999s。固定开销没有实测，不计入；生产最大长度必须再留余量。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这一页的批是256卡副本上的全局批，每卡条数=全局批/256。切分与上一页相同：注意力TP=8、DP=32，MoE EP=256。KV 命中 98%，命中部分经每卡 40 GB/s 的参数面拉到 HBM。每条只现算 2%，这些 query 的平均上下文约为 99%S。Attention = max(prefix pull, HBM, compute, AR)。MoE = dispatch + max(weight, GEMM) + combine。Attention 与 MoE 相加。4K 全局批 91348：现算 7.4832e+06 token，allreduce 1.278s，注意力计算 4.169s，专家计算 5.830s，EP 双向 0.963s，读专家权重 7.33 ms，拉 prefix 217.0 ms，合计 10.000s。再加一条是 10.003s。1M 全局批 128：现算 2.6844e+06，allreduce 0.458s，注意力计算 7.435s（indexer 3.932s），MoE 2.098s，EP 双向 0.347s，拉 prefix 63.5 ms，合计 9.533s。P-D 完整 KV 分层发送：4K 220.63 ms，1M 64.80 ms；尾巴都是 0。固定开销未计入。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Decode与Prefill用同一份256卡副本：注意力TP=8、DP=32，MoE EP=256。加 Decode 节点是多副本，单副本的 TPOT 不变。Attention = SWAP + max(HBM, compute) + AR。MoE = dispatch + max(weight, GEMM) + combine。两段相加。命中率 = 1 − exp(−6×2884 / 2469) = 0.9991。最忙卡激活专家 9.645。读权重 (9.645×2.015 GB + 4.030 GB) / 3.20 TB/s = 7.332 ms。机内allreduce：ceil(2884/32)=91条，每条7168×2字节，每层通信量2×7/8，61层除以280 GB/s=0.497 ms。Attention 2.209 ms，MoE 7.791 ms，合计 10.000 ms。2885 条是 10.000 ms。专家计算 4.035 ms，EP 双向 0.459 ms。注意力计算 1.712 ms，HBM 0.844 ms。4K 的全局批都是 2884，KV 全在 HBM。2M 降到 512，池上KV经D2D换入 0.00 ms。1M 降到 512，0.34×10^6 降到 1536。HBM放不下的Decode KV统一走320 GB/s直挂DDR池。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30毫秒用的切分与10毫秒相同：TP=8，DP=32，EP=256，256卡一份副本。BS=18002 时命中率 1.0000，最忙卡激活 9.645 个专家。读权重 (19.43 GB + 4.03 GB) / 3.20 TB/s = 7.332 ms。机内allreduce：ceil(18002/32)=563条，每层通信量2×7/8，61层，除以280 GB/s=3.077 ms。Attention 13.347 ms，MoE 15.392 ms，合计 28.739 ms。18003 条是 32.395 ms。EP 双向 2.530 ms，专家计算 12.862 ms，效率 1.000。注意力计算 10.269 ms。显存：每卡96−19.43−4.03−2.42−6=64.12 GB，256卡共16.41 TB。HBM放不下的Decode KV经每卡直挂DDR池换入；有效320 GB/s，容量不设上限。512K、全局批 7692 时已有 17.7% KV在池中，池上读 5.80 ms。512K 降到 7692，池上读 5.80 ms。1M 降到 4192，0.34×10^6 降到 11224。4K、输出 512、命中 98%：Prefill 9134.8 请求/秒。10 毫秒 Decode 563.3 请求/秒，P:D ≈ 1:16.2。30 毫秒 Decode 1172.0 请求/秒，P:D ≈ 1:7.8。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BS一律是256卡副本的全局批。每卡条数=全局批/256。存量 = S×4939.5 字节 + 4.50 MB。一步真正读的是压缩 indexer、最多 1024 条完整 KV 和 HCA，所以溢出比例高时，池上的读时延仍可能短于 allreduce。HBM余量16.41 TB。溢出KV经每卡D2D进入GPU，有效320 GB/s，DDR池容量不设上限。换入带宽=min(DDR池480 GB/s, D2D口400 GB/s)×80%=320 GB/s。专家通信也走D2D，但与Attention换入不在同一执行阶段。Decode Attention = SWAP + max(HBM, compute) + AR；再加完整 MoE。S=4096 store=24.7MB cap=663761 b10=2884 spill10=0.00% pool10=0.00ms b30=18002 spill30=0.00% pool30=0.00ms t30=28.74ms S=8192 store=45.0MB cap=365078 b10=2811 spill10=0.00% pool10=0.00ms b30=18002 spill30=0.00% pool30=0.00ms t30=28.90ms S=32768 store=166.4MB cap=98671 b10=2560 spill10=0.00% pool10=0.00ms b30=18002 spill30=0.00% pool30=0.00ms t30=29.87ms S=131072 store=651.9MB cap=25178 b10=2048 spill10=0.00% pool10=0.00ms b30=15306 spill30=0.00% pool30=0.00ms t30=30.00ms S=262144 store=1299.4MB cap=12632 b10=1536 spill10=0.00% pool10=0.00ms b30=12288 spill30=0.00% pool30=0.00ms t30=29.59ms S=524288 store=2594.2MB cap=6327 b10=1024 spill10=0.00% pool10=0.00ms b30=7692 spill30=17.74% pool30=5.80ms t30=30.00ms S=1048576 store=5183.9MB cap=3166 b10=512 spill10=0.00% pool10=0.00ms b30=4192 spill30=24.46% pool30=8.41ms t30=29.97ms 2M 的 10 毫秒批 512，池上读 0.00 ms。4×10^6 的 10 毫秒批 178，30 毫秒批 1096。0.34×10^6 的 10 毫秒批 1536，30 毫秒批 11224。单条 1M、98% 命中的 TTFT 是 1.8790 秒。冷的 1M 单条是 56.872 秒。第 3 页 Prefill：4K 91348，8K 45366，32K 10912，128K 2368，256K 996，512K 384，1M 128。P:D 按 4K 进、512 出、98% 命中：Prefill 9134.8 请求/秒，10 毫秒 Decode 563.3 请求/秒（1:16.22），30 毫秒 Decode 1172.0 请求/秒（1:7.79）。副本数按这个吞吐比配置，单副本时延不变。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7、8 页只统计 decode KV 溢出到 DDR 池的输入长度。全在 HBM 的长度留在第 6 页，不在这里记 0。0.34×10^6 BS=11224 pool=1202.7 MB t=3.758 ms ar=1.918 ca=14.258 step=29.998。1M BS=4192 pool=2691.3 MB t=8.410 ms step=29.970。10 毫秒曲线在本档没有溢出长度。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池上字节=spill×ceil(BS/32)×n_csa_read(S)/8。换入走D2D，有效320 GB/s。n_csa_read = 30×(S/4)×64 + 31×(S/128)×576 + 30×min(1024,S/4)×576 + 61×128×576。0.34×10^6 bs=11224 spill=11.92% pool=1202.7MB t=3.758ms step=29.998ms 512K bs=7692 spill=17.74% pool=1854.5MB t=5.795ms step=29.997ms 1M bs=4192 spill=24.46% pool=2691.3MB t=8.410ms step=29.970ms 口径已固化：第 7、8 页不收录换入为 0 的输入长度。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这一页是后续固化口径。TTFT 的 chunk 流水忽略显式 fill/drain 气泡，气泡和软件固定开销都放在未计入项。Prefill attention 假设融合 kernel 有理想 tile 复用，每个 KV 字节从 HBM 读一次；没有实测 IO 放大系数。Decode 不假设输出投影与 collective 融合，AR 单独加。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冷请求 S=335248，Attention=9.731201s，AR=1.832331s，compute=9.731201s，HBM=0.000885s，MoE=0.268744s，P-D=0.005189s，tail=0.000000s，total=9.999946s。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4K 10ms BS=2884 data-plane=9.999907ms；4K 30ms BS=18002 data-plane=28.738932ms。生产摸高需要先给 measured fixed overhead 预留预算，再重新搜索 BS。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饼图按最忙活跃GPU，不按256卡平均。每卡固定：路由专家19.432 GB，共享专家4.030 GB，Attention 2.419 GB，系统预留6 GB。KV=ceil(BS/32)×store_seq(S)/8。激活按8K query chunk、4个BF16 hidden等价buffer估算，包含Attention/MoE/collective活跃临时区，不代表框架峰值实测。4K: BS=91348, act=0.470GB, kv=8.825GB, free=54.824GB. 256K: BS=996, act=0.470GB, kv=5.197GB, free=58.452GB. 1M: BS=128, act=0.470GB, kv=2.592GB, free=61.058GB.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饼图使用 30ms 最大批，按最忙活跃 GPU。HBM KV 上限 44.687 GB。4K: BS=18002, hbm_kv=1.740GB, pool=0.000GB, free=62.379GB. 512K: BS=7692, hbm_kv=64.119GB, pool=14.031GB, free=0.000GB. 1M: BS=4192, hbm_kv=64.119GB, pool=20.768GB, free=0.000GB.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Prefill MoE按最忙EP卡统计。dispatch和combine分别计算，不能互相重叠；专家权重读取与GEMM位于融合kernel内，取二者最大值。4K: BS=91348, Q=7483228, dispatch=0.481585s, weight=0.007332s, gemm=4.867284s, combine=0.481585s, total=5.830454s. 8K: BS=45366, Q=7432765, dispatch=0.478345s, weight=0.007332s, gemm=4.837146s, combine=0.478345s, total=5.793836s. 32K: BS=10912, Q=7151288, dispatch=0.460273s, weight=0.007332s, gemm=4.653798s, combine=0.460273s, total=5.574344s. 128K: BS=2368, Q=6207570, dispatch=0.399676s, weight=0.007332s, gemm=4.040202s, combine=0.399676s, total=4.839553s. 256K: BS=996, Q=5221908, dispatch=0.336372s, weight=0.007332s, gemm=3.400502s, combine=0.336372s, total=4.073246s. 512K: BS=384, Q=4026532, dispatch=0.259575s, weight=0.007332s, gemm=2.624869s, combine=0.259575s, total=3.144020s. 1M: BS=128, Q=2684355, dispatch=0.173301s, weight=0.007332s, gemm=1.751132s, combine=0.173301s, total=2.097734s.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模型结构    ·    1.6T 论文到 10T 外推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同一骨架，只加路由专家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1.6T 是 V4-Pro 论文原模型。10T 沿用层数、隐藏和中间维，用路由专家个数把总参数对齐到 10^13。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33856"/>
          <a:ext cx="11430000" cy="3621024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2880360"/>
                <a:gridCol w="2331720"/>
                <a:gridCol w="42519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1.6T  论文 V4-Pro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10T  外推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1.600×10^12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1.000×10^13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未发布 10T，本档是外推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×6.43。增量全部记在专家个数上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仍激活 6 个路由专家 + 1 个共享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激活比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3.06%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专家表变大，单 token 激活不变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FP4 专家表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4.975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单个专家全层 2.015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隐藏 / 中间维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7168 / 3072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外推不动这三项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m=4，topk=1024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 m′=128，滑窗 128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CSA、31 层 HCA。KV 仍是 4939.5 B/token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7.87×10^6 字节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× 3 × 7168 × 61，与专家总数无关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GB 卡下限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只按 FP4 专家表。时延页用本档 96 GB × 256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4956048"/>
            <a:ext cx="11430000" cy="131673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010912"/>
            <a:ext cx="11137392" cy="12070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外推式：总参数 = 专家数 × 4.030×10^9 + 5.260×10^10。单个专家 = 3 × 7168 × 3072 × 61。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本档：96 GB HBM，4 TB/s取80%为3.20 TB/s。算力486 T取70%为340.2 T。H2D每卡64 GB/s取80%为51.2 GB/s，用于Prefill主机输入。机内DDR5每机1288.8 GB/s、768 GB。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D2D每卡3.2 Tb/s取80%为320 GB/s，承载MoE EP和Decode直挂DDR池换入。DDR池标称480 GB/s，受400 GB/s D2D口限制，取80%后有效320 GB/s。8卡fullmesh每条链路400 Gb/s，7链路并发后取80%为280 GB/s；参数面仍为40 GB/s。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秒对应的最大输入是 0.34×10^6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冷请求：Attention 9.73 秒（AR 1.83 秒、计算 9.73 秒），MoE 0.27 秒；P→D 5.2 毫秒 全部隐藏。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91056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4937760"/>
                <a:gridCol w="507492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TP=8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个TP组做 DP=32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超节点 EP=256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一份模型铺满 256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通信域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8卡 fullmesh，7链路并发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 有效 280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256卡 D2D，有效320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KV走参数面，有效40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 19.35 GB / 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2.42 GB FP8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 9.6 个，19.4 GB FP4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共享专家 4.03 GB，每卡一份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本阶段角色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取计算、HBM、AR 的瓶颈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按实际最长通路决定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融合专家 kernel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到这个长度合计 0.27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95344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秒怎么落到这个输入长度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206240"/>
          <a:ext cx="11430000" cy="1938528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6903720"/>
                <a:gridCol w="297180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0.34×10^6 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indexer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× 2048 × S²；TP=8，按 16 行砖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层 × 1024 × S²；同一个融合 kernel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max(专家权重, GEMM) + combine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3.87×10^10 FLOP；按 TP=8 分担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看 1024 条压缩 KV + 128 滑窗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+ P→D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在 Attention 内取瓶颈；完整 KV 按层发送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 秒 + 5.19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9.73 秒 + MoE 0.27 秒；P→D 尾巴为 0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    ·    KV 命中 98%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 的 prefill 全局批是 91348，1M 是 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98% prefix 经参数面 40 GB/s 拉入 HBM，只现算 2%。Attention 取拉取、融合 kernel、AR 的瓶颈，再加完整 MoE。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1673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秒在两个端点上怎么加完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36192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4709160"/>
                <a:gridCol w="2606040"/>
                <a:gridCol w="256032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4K，全局批 91348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1M，全局批 128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 × 输入 × 0.02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7.48×10^6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每组现算 token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280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indexer、HCA、稀疏注意力、投影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340.2 T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max(专家权重, GEMM) + combine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瓶颈 + 完整 MoE；P→D 尾巴为 0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9.53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22191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同一条 10 秒，输入从 4K 到 1M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114800"/>
          <a:ext cx="11430000" cy="1755648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1417320"/>
                <a:gridCol w="868680"/>
                <a:gridCol w="1554480"/>
                <a:gridCol w="1417320"/>
                <a:gridCol w="1417320"/>
                <a:gridCol w="1691640"/>
                <a:gridCol w="2103120"/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 prefix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91348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356.8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7.48×10^6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4.17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217.0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45366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5.79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195.7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10912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7.15×10^6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4.42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173.8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6.21×10^6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147.8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5.22×10^6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127.3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63.5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089904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98% prefix 走参数面：4K 这一批拉取 217.0 毫秒，1M 拉取 63.5 毫秒；均短于 Attention 主瓶颈。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毫秒、短输入，全局批 2884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读专家 7.33 毫秒，只醒了 9.6 个。机内 allreduce 0.50 毫秒。专家 GEMM 4.03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短输入（4K）这一步怎么加到 10 毫秒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TP=8，DP=32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token 数 = ⌈BS / 32⌉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EP=256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 个专家，每卡 9.6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在融合 kernel 后单独加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 0.46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 KV + 2.42 GB 权重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醒了 9.6 / 19.3 个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 7.33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行数 = ⌈BS / 32⌉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 kernel 1.71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逐专家 16 行 padding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GEMM 4.03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560320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320040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Attn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max(HBM 0.84, 计算 1.71)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91 条；61层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7链路并发，不与kernel重叠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 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dispatch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两个方向分别统计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max(读权重 7.33, GEMM 4.03)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2.21 + MoE 7.79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2884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11.3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2048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8.0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2.0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0.34×10^6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1536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6.0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30 毫秒、短输入，全局批 18002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专家整卡读完 7.33 毫秒，机内 allreduce 3.08 毫秒。D2D 上的 EP 2.53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    ·    和 10 毫秒同一份切分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短输入、全局批 18002，这一步怎么加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仍是TP=8，DP=32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18002/32=563条/组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仍是EP=256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9.6 个专家全醒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 在融合 kernel 后单独加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这一档不能隐藏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combine 走 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 2.53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短输入全在 HBM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直挂DDR换入320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19.4 GB 路由 + 4.03 GB 共享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3.20 TB/s = 7.33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10.27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与HBM取大后再加AR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每专家约 48.0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100%，12.86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542032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15468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Attn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max(HBM 1.30, 计算 10.27)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10.27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563 条；61层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7链路并发，不与kernel重叠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3.08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 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dispatch +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两个方向分别统计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max(读权重 7.33, GEMM 12.86)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13.35 + MoE 15.39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28.74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32K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18002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70.3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256K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12288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48.0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512K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7692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30.0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17.7% 在直挂 DDR 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0.34×10^6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11224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43.8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11.9% 在直挂 DDR 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不同输入下的最大全局批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毫秒都不进池；30 毫秒从 512K 开始使用 DDR 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6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全局批是256卡上的条数。放不下的Decode KV进入直挂DDR池，并经每卡D2D以320 GB/s换回HBM。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1430000" cy="3017520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1234440"/>
                <a:gridCol w="1234440"/>
                <a:gridCol w="1554480"/>
                <a:gridCol w="914400"/>
                <a:gridCol w="1600200"/>
                <a:gridCol w="91440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能放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毫秒的 KV 放哪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66.4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45.0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36.5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2811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166.4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9.87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651.9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15306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1536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12288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6327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7692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17.7% 在直挂 DDR 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5.18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4192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24.5% 在直挂 DDR 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590288"/>
            <a:ext cx="11430000" cy="168249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645152"/>
            <a:ext cx="11137392" cy="15727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毫秒在 4K 都是 2884，全在 HBM。短输入 Attention 2.21 毫秒，MoE 7.79 毫秒。1M 降到 512，0.34×10^6 是 1536，仍然全在 HBM。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30毫秒短输入为18002。512K为7692，已有17.7% KV在池中；Attention 15.7 毫秒，MoE 13.9 毫秒。512K 降到 7692，1M 为 4192，0.34×10^6 为 11224。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Prefill 的 10 秒全局批在第 3 页：4K 为 91348，1M 为 128。4K 进、512 出、98% 命中时，P:D 在 10 毫秒约 1:16.2，在 30 毫秒约 1:7.8。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只统计进了 DDR 池的长度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0.34×10^6 每卡换入 1.20 GB，1M 换入 2.69 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7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这两页只列 KV 换进 DDR 池的输入。一步 = SWAP + max(HBM, 计算) + AR + 完整 MoE。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430000" cy="320040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4617720"/>
                <a:gridCol w="48006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0.34×10^6 · 批 11224 · 溢出 11.9%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· 批 4192 · 溢出 24.5%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23.46 GB · 7.33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23.46 GB · 7.33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537.2 MB · 1.92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200.5 MB · 0.72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 96% · 8.45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 76% · 4.41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 双向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516.7 MB · 1.61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206.4 MB · 0.65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14.26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 GB · 0.76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 GB · 0.76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KV + 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 GB · 3.91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13.42 GB · 4.19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DDR 池换入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1.20 GB · 3.76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2.69 GB · 8.41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 + 注意力计算 + AR + 专家计算 · 30.00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 + 注意力计算 + AR + 读专家 · 29.97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846320"/>
            <a:ext cx="11430000" cy="142646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901184"/>
            <a:ext cx="11137392" cy="13167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字节按每卡。0.34×10^6 溢出 11.9%，换入 1.20 GB / 320 GB/s D2D = 3.76 毫秒，然后从HBM再读全部KV；Attention 19.93毫秒，MoE 10.06毫秒。256卡换入合计307.89 GB。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1M 换入 2.69 GB、8.41 毫秒；Attention 21.99毫秒，MoE 7.98毫秒，批4192。256卡换入合计688.96 GB。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毫秒到 0.34×10^6 仍全在 HBM，没有进池的长度，不进这两页。后面的分析沿用这个口径。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DDR 池换入的量和时间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进池的长度从 0.34×10^6 起，批从 11224 降到 4192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8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只统计KV换进DDR池的输入。换入量=溢出比例×这一步的稀疏读；每卡走直挂D2D，有效320 GB/s。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247120" cy="1499616"/>
        </p:xfrm>
        <a:graphic>
          <a:graphicData uri="http://schemas.openxmlformats.org/drawingml/2006/table">
            <a:tbl>
              <a:tblPr firstRow="1"/>
              <a:tblGrid>
                <a:gridCol w="1234440"/>
                <a:gridCol w="1143000"/>
                <a:gridCol w="822960"/>
                <a:gridCol w="960120"/>
                <a:gridCol w="1371600"/>
                <a:gridCol w="1508760"/>
                <a:gridCol w="1325880"/>
                <a:gridCol w="288036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溢出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每卡换入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256卡合计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换入耗时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kernel 瓶颈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0.34×10^6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11224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11.9%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1.20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307.89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14.26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7692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17.7%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474.74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13.68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4192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24.5%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2.69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688.96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8.41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12.87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3383280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同一批长度上，换入和另外几笔的耗时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3712463"/>
          <a:ext cx="11247120" cy="1316736"/>
        </p:xfrm>
        <a:graphic>
          <a:graphicData uri="http://schemas.openxmlformats.org/drawingml/2006/table">
            <a:tbl>
              <a:tblPr firstRow="1"/>
              <a:tblGrid>
                <a:gridCol w="1325880"/>
                <a:gridCol w="1554480"/>
                <a:gridCol w="1645920"/>
                <a:gridCol w="1737360"/>
                <a:gridCol w="1645920"/>
                <a:gridCol w="1554480"/>
                <a:gridCol w="1783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KV+权重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0.34×10^6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14.26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13.68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8.41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29.97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84048" y="5522976"/>
            <a:ext cx="11430000" cy="914400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559552"/>
            <a:ext cx="1113739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稀疏读不是整段存量：30层压缩indexer、31层HCA、最多1024条完整latent，再加4.50 MB。D2D换入带宽320 GB/s。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毫秒到 0.34×10^6 仍全在 HBM，128K 也全在 HBM。这两页只保留溢出大于 0 的长度，后面的分析沿用这个口径。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公式    ·    共同假设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计算口径：只在融合 kernel 与显式流水里计算重叠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Attention 与 MoE 前后相加。权重/数据读取与本地计算可在融合 kernel 内重叠；通信是否重叠按阶段单独说明。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1430000" cy="4023360"/>
        </p:xfrm>
        <a:graphic>
          <a:graphicData uri="http://schemas.openxmlformats.org/drawingml/2006/table">
            <a:tbl>
              <a:tblPr firstRow="1"/>
              <a:tblGrid>
                <a:gridCol w="1508760"/>
                <a:gridCol w="4956048"/>
                <a:gridCol w="496519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并行域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TP=8、DP=32；MoE EP=256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同左；最忙TP组 n=⌈BS/32⌉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 prefix、融合 kernel、AR 跨 query chunk 流水，取瓶颈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SWAP 在前；融合 kernel 后再加 AR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max(权重, GEMM) + combine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同左；两个 EP 方向分别统计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位置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98% prefix 在远端 KV 缓存，经参数面拉取；Decode 没有副本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放不下先从 DDR 池写回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P→D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KV 按层发送；只加未被后续计算隐藏的尾巴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不进入单步 TPOT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负载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按 TP=8；MoE 取最忙 EP 卡，逐专家 16 行 padding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固定开销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不伪造数值；单列为未计入项</a:t>
                      </a:r>
                    </a:p>
                  </a:txBody>
                  <a:tcPr marL="54864" marR="54864" marT="27432" marB="18288" anchor="ctr">
                    <a:solidFill>
                      <a:srgbClr val="F8F1E4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不伪造数值；SLO 结果是数据面理论上限</a:t>
                      </a:r>
                    </a:p>
                  </a:txBody>
                  <a:tcPr marL="54864" marR="54864" marT="27432" marB="18288" anchor="ctr">
                    <a:solidFill>
                      <a:srgbClr val="F8F1E4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705856"/>
            <a:ext cx="11430000" cy="713232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742432"/>
            <a:ext cx="11137392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固定开销 = 调度 + kernel 启动 + collective 启动 + RMSNorm / RoPE / Router / 激活 / residual + logits / sampling + P/D 控制。当前没有实测值，不并入 BS 摸高；生产 SLO 必须从 10/30 毫秒预算里另留余量。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公式    ·    TTFT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TTFT = Attention + MoE + P→D 尾时延 + 固定开销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本页所有时间已经包含完整 61 层。98% prefix 经参数面拉取，Decode 没有副本。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430000" cy="3895344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5623560"/>
                <a:gridCol w="42519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公式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注释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max(拉 prefix，HBM，Attention 计算，AR)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四条通路跨 query chunk 流水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 prefix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⌈BS/32⌉ × K(0.98S) / (8 × 40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K(x)=4939.5x+滑窗；远端 KV →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计算上下文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= 0.02S × 0.98S + 0.02S × (0.02S + 1) / 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 token 平均看到约 99% 的完整上下文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max(Attention HBM，Attention FLOP / 340.2 T)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含权重、prefix KV、新 KV 和激活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max(专家权重，专家 GEMM) + combine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 EP 卡；逐专家 16 行 padding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P→D 总量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⌈BS/32⌉ × K(S) / (8 × 40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K(S)=4939.5S+4.50 MB；发送完整 KV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P→D 尾巴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max(0，P→D 总量 − 可重叠计算时间)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layer-wise 发送；只加最后没隐藏的部分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 = Attention + MoE + P→D 尾巴 + fixed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本档计算中 P→D 尾巴为 0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468112"/>
            <a:ext cx="11430000" cy="95097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513832"/>
            <a:ext cx="11137392" cy="8595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冷请求最大输入 33.5 万：Attention 9.73 秒，其中 AR 1.83 秒、计算 9.73 秒；MoE 0.27 秒；P→D 总量 5.2 毫秒，全部被后续计算隐藏；数据面合计 10.00 秒。固定开销未计入。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公式    ·    TPOT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TPOT = Decode Attention + Decode MoE + 固定开销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11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Decode直挂DDR/KV经D2D换入。KV必须先写回HBM；HBM内读取仍按3.20 TB/s，且不假设GEMM与AR融合。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53312"/>
          <a:ext cx="11430000" cy="3950208"/>
        </p:xfrm>
        <a:graphic>
          <a:graphicData uri="http://schemas.openxmlformats.org/drawingml/2006/table">
            <a:tbl>
              <a:tblPr firstRow="1"/>
              <a:tblGrid>
                <a:gridCol w="1572768"/>
                <a:gridCol w="5870448"/>
                <a:gridCol w="398678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公式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注释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 TP 组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n=⌈BS/32⌉；每卡KV读量=n×RKV(S)/8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不再按BS/256的平均值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溢出比例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= max(0，(BS × KV 存量 − 5.72 TB) / (BS × KV 存量))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池容量不设上限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SWAP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× 每卡 KV 读量 / 320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直挂DDR池 → D2D → HBM；必须先完成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kernel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max((全部 KV + 2.42 GB 权重) / 3.20 TB/s，FLOP / 340.2 T)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换入 KV 仍从 HBM 再读；kernel 内访存/计算重叠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× 2×7/8 × n×7168×2 / 280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8卡fullmesh七链路并发；单独加在kernel后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Attention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SWAP + Attention kernel + AR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三段存在业务依赖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MoE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 + max(专家权重，专家 GEMM) + combine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 两个方向分别统计；最忙卡、逐专家 padding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 = Decode Attention + Decode MoE + fixed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固定开销未计入，结果是数据面理论上限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5504688"/>
            <a:ext cx="11430000" cy="914400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5550408"/>
            <a:ext cx="11137392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4K：10 毫秒批 2884，Attention 2.21 毫秒 + MoE 7.79 毫秒 = 10.00 毫秒；30 毫秒批 18002，Attention 13.35 毫秒 + MoE 15.39 毫秒 = 28.74 毫秒。两档都没有给 fixed 留余量。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HBM 容量    ·    TTFT ≤ 10 秒    ·    98% prefix 命中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Prefill：专家权重、Attention权重和激活分别计入 HBM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每个饼是最忙活跃卡：专家权重23.46 GB，Attention权重2.42 GB；激活按8K query chunk、4个BF16 hidden等价缓冲区。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608576"/>
            <a:ext cx="3529584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91348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专家 23.46  Attention 2.42  激活 0.47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预留 6  KV 8.83  空闲 54.82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1596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1596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256K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608576"/>
            <a:ext cx="3529584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996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专家 23.46  Attention 2.42  激活 0.47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预留 6  KV 5.20  空闲 58.45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24788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24788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608576"/>
            <a:ext cx="3529584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128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专家 23.46  Attention 2.42  激活 0.47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预留 6  KV 2.59  空闲 61.06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632704"/>
            <a:ext cx="11430000" cy="78638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669280"/>
            <a:ext cx="111373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激活/workspace估算为4×min(query rows, 8192)×7168×2字节，三档均为0.47 GB。这是流水实现的活跃集，不乘61层；若不做query chunk，4K摸高批的单个hidden张量约3.35 GB，不能沿用本图。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HBM 容量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Decode：30 毫秒摸高时，512K 起把 HBM KV 房间占满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13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饼图只画单卡 96 GB HBM；放不下的 KV 在饼图外标出 DDR 池占用。仍按最忙活跃卡。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608576"/>
            <a:ext cx="3529584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18002    权重 25.88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1.74 GB  ｜  空闲 62.38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DDR 池 KV（图外）：0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1596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1596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512K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608576"/>
            <a:ext cx="3529584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7692    权重 25.88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64.12 GB  ｜  空闲 0.00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DDR 池 KV（图外）：14.03 GB / 卡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247888" y="1572768"/>
          <a:ext cx="3529584" cy="31272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247888" y="126187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608576"/>
            <a:ext cx="3529584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BS 4192    权重 25.88 GB    预留 6 GB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HBM KV 64.12 GB  ｜  空闲 0.00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5230368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DDR 池 KV（图外）：20.77 GB / 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5632704"/>
            <a:ext cx="11430000" cy="78638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669280"/>
            <a:ext cx="1113739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30毫秒：512K/1M的最忙卡各有 14.03 / 20.77 GB KV 在 DDR 池。10 毫秒批更小，4K / 512K / 1M 的 HBM KV 仅 0.28 / 10.38 / 10.37 GB，均不进池。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MoE 分阶段    ·    KV 命中 98%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Prefill MoE：长输入的摸高批下降，MoE 耗时随总现算 token 下降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14  /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96 GB / 486 T、一份 256 卡副本    ·    访存与通信 80%    ·    计算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每行采用该输入长度在 TTFT≤10秒下的最大全局批。MoE = dispatch + max(专家权重读取, 专家GEMM) + combine。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0515600" cy="3099816"/>
        </p:xfrm>
        <a:graphic>
          <a:graphicData uri="http://schemas.openxmlformats.org/drawingml/2006/table">
            <a:tbl>
              <a:tblPr firstRow="1"/>
              <a:tblGrid>
                <a:gridCol w="822960"/>
                <a:gridCol w="1143000"/>
                <a:gridCol w="1325880"/>
                <a:gridCol w="1325880"/>
                <a:gridCol w="1417320"/>
                <a:gridCol w="1417320"/>
                <a:gridCol w="1325880"/>
                <a:gridCol w="173736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现算token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dispatch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读专家权重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专家GEMM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MoE合计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91348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7.48×10^6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4.87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45366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5.79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10912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7.15×10^6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4.65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6.21×10^6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5.22×10^6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3.40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4.07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7.3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846320"/>
            <a:ext cx="11430000" cy="142646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901184"/>
            <a:ext cx="11137392" cy="13167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4K：dispatch 0.48 秒 + max(权重 7.3 毫秒，GEMM 4.87 秒) + combine 0.48 秒 = 5.83 秒。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1M：dispatch 0.17 秒 + max(权重 7.3 毫秒，GEMM 1.75 秒) + combine 0.17 秒 = 2.10 秒。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所有长度都已激活每卡全部路由专家，权重读取稳定在7.3毫秒并被GEMM完全隐藏；主要开销是专家GEMM，其次是两次EP通信。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10T DeepSeek：96 GB / 486 T 上的 TTFT /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